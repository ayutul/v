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8"/>
  </p:notesMasterIdLst>
  <p:sldIdLst>
    <p:sldId id="282" r:id="rId2"/>
    <p:sldId id="278" r:id="rId3"/>
    <p:sldId id="283" r:id="rId4"/>
    <p:sldId id="280" r:id="rId5"/>
    <p:sldId id="279" r:id="rId6"/>
    <p:sldId id="261" r:id="rId7"/>
    <p:sldId id="284" r:id="rId8"/>
    <p:sldId id="277" r:id="rId9"/>
    <p:sldId id="285" r:id="rId10"/>
    <p:sldId id="270" r:id="rId11"/>
    <p:sldId id="286" r:id="rId12"/>
    <p:sldId id="276" r:id="rId13"/>
    <p:sldId id="287" r:id="rId14"/>
    <p:sldId id="275" r:id="rId15"/>
    <p:sldId id="274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7373"/>
    <a:srgbClr val="FFFFFF"/>
    <a:srgbClr val="A3A3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6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0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2.png"/><Relationship Id="rId7" Type="http://schemas.openxmlformats.org/officeDocument/2006/relationships/image" Target="../media/image44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43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1.svg"/><Relationship Id="rId5" Type="http://schemas.openxmlformats.org/officeDocument/2006/relationships/image" Target="../media/image9.png"/><Relationship Id="rId4" Type="http://schemas.openxmlformats.org/officeDocument/2006/relationships/image" Target="../media/image6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0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2.png"/><Relationship Id="rId7" Type="http://schemas.openxmlformats.org/officeDocument/2006/relationships/image" Target="../media/image44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43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1.svg"/><Relationship Id="rId5" Type="http://schemas.openxmlformats.org/officeDocument/2006/relationships/image" Target="../media/image9.png"/><Relationship Id="rId4" Type="http://schemas.openxmlformats.org/officeDocument/2006/relationships/image" Target="../media/image6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59A66B-AF86-45B0-A317-0A0AA1FC4B0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2DD0EEC-AED1-4E76-936E-36B44BF7352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/>
            <a:t>Standard visual language used to model software systems</a:t>
          </a:r>
          <a:endParaRPr lang="en-US" sz="1800" dirty="0"/>
        </a:p>
      </dgm:t>
    </dgm:pt>
    <dgm:pt modelId="{01A913D5-A92E-4DB1-801D-87DEE242023D}" type="parTrans" cxnId="{E7DECCF1-DB89-4D63-8472-EE9DB4D82465}">
      <dgm:prSet/>
      <dgm:spPr/>
      <dgm:t>
        <a:bodyPr/>
        <a:lstStyle/>
        <a:p>
          <a:endParaRPr lang="en-US"/>
        </a:p>
      </dgm:t>
    </dgm:pt>
    <dgm:pt modelId="{8636A2E3-DAC3-4115-87AC-4868F02C2CD2}" type="sibTrans" cxnId="{E7DECCF1-DB89-4D63-8472-EE9DB4D8246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BEBEA0-3F14-435F-A088-8158AC8469D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/>
            <a:t>Helps develops design, visualize &amp; document system architecture</a:t>
          </a:r>
          <a:endParaRPr lang="en-US" sz="1800" dirty="0"/>
        </a:p>
      </dgm:t>
    </dgm:pt>
    <dgm:pt modelId="{0E9C671A-34D8-403A-9344-ECC66FDAEACC}" type="parTrans" cxnId="{98569036-A17E-466E-89D0-7ED0686B3A60}">
      <dgm:prSet/>
      <dgm:spPr/>
      <dgm:t>
        <a:bodyPr/>
        <a:lstStyle/>
        <a:p>
          <a:endParaRPr lang="en-US"/>
        </a:p>
      </dgm:t>
    </dgm:pt>
    <dgm:pt modelId="{407A4860-8933-430A-93C3-08E67CB3AFB0}" type="sibTrans" cxnId="{98569036-A17E-466E-89D0-7ED0686B3A6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73ADDC6-2100-4D56-8AF2-0FE6CD4333E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/>
            <a:t>Divided into:</a:t>
          </a:r>
          <a:endParaRPr lang="en-US" sz="1800"/>
        </a:p>
        <a:p>
          <a:pPr>
            <a:lnSpc>
              <a:spcPct val="100000"/>
            </a:lnSpc>
          </a:pPr>
          <a:r>
            <a:rPr lang="en-GB" sz="1800"/>
            <a:t>Structural Diagrams</a:t>
          </a:r>
          <a:endParaRPr lang="en-US" sz="1800"/>
        </a:p>
        <a:p>
          <a:pPr>
            <a:lnSpc>
              <a:spcPct val="100000"/>
            </a:lnSpc>
          </a:pPr>
          <a:r>
            <a:rPr lang="en-GB" sz="1800"/>
            <a:t>Behavioural Diagram</a:t>
          </a:r>
          <a:endParaRPr lang="en-US" sz="1800" dirty="0"/>
        </a:p>
      </dgm:t>
    </dgm:pt>
    <dgm:pt modelId="{D033ACA1-BF72-4F9B-AEFE-E1EDA2595F9D}" type="parTrans" cxnId="{F2665322-7CF3-4E5C-94A3-FFBC6118926B}">
      <dgm:prSet/>
      <dgm:spPr/>
      <dgm:t>
        <a:bodyPr/>
        <a:lstStyle/>
        <a:p>
          <a:endParaRPr lang="en-US"/>
        </a:p>
      </dgm:t>
    </dgm:pt>
    <dgm:pt modelId="{8D5AB963-D00F-48F9-8D2D-8142AD87E720}" type="sibTrans" cxnId="{F2665322-7CF3-4E5C-94A3-FFBC6118926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310D3D6-DE28-4023-A04D-AA40542270EB}" type="pres">
      <dgm:prSet presAssocID="{2A59A66B-AF86-45B0-A317-0A0AA1FC4B08}" presName="root" presStyleCnt="0">
        <dgm:presLayoutVars>
          <dgm:dir/>
          <dgm:resizeHandles val="exact"/>
        </dgm:presLayoutVars>
      </dgm:prSet>
      <dgm:spPr/>
    </dgm:pt>
    <dgm:pt modelId="{7D8C0C9F-F6F9-4D80-9B20-3357C5578105}" type="pres">
      <dgm:prSet presAssocID="{2A59A66B-AF86-45B0-A317-0A0AA1FC4B08}" presName="container" presStyleCnt="0">
        <dgm:presLayoutVars>
          <dgm:dir/>
          <dgm:resizeHandles val="exact"/>
        </dgm:presLayoutVars>
      </dgm:prSet>
      <dgm:spPr/>
    </dgm:pt>
    <dgm:pt modelId="{C1F1BAAE-68A9-4778-AC71-E2767EF8FEB8}" type="pres">
      <dgm:prSet presAssocID="{52DD0EEC-AED1-4E76-936E-36B44BF73528}" presName="compNode" presStyleCnt="0"/>
      <dgm:spPr/>
    </dgm:pt>
    <dgm:pt modelId="{687A92F3-7207-4DC5-B40E-151D17F2E251}" type="pres">
      <dgm:prSet presAssocID="{52DD0EEC-AED1-4E76-936E-36B44BF73528}" presName="iconBgRect" presStyleLbl="bgShp" presStyleIdx="0" presStyleCnt="3"/>
      <dgm:spPr/>
    </dgm:pt>
    <dgm:pt modelId="{74A61C5E-615A-45F5-991C-A6DCEAFDCD18}" type="pres">
      <dgm:prSet presAssocID="{52DD0EEC-AED1-4E76-936E-36B44BF7352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60C84EC-4B7B-4E6D-A14C-B81CBAA0853D}" type="pres">
      <dgm:prSet presAssocID="{52DD0EEC-AED1-4E76-936E-36B44BF73528}" presName="spaceRect" presStyleCnt="0"/>
      <dgm:spPr/>
    </dgm:pt>
    <dgm:pt modelId="{D8DF06F2-6042-4283-A761-DCE068ED0ECC}" type="pres">
      <dgm:prSet presAssocID="{52DD0EEC-AED1-4E76-936E-36B44BF73528}" presName="textRect" presStyleLbl="revTx" presStyleIdx="0" presStyleCnt="3">
        <dgm:presLayoutVars>
          <dgm:chMax val="1"/>
          <dgm:chPref val="1"/>
        </dgm:presLayoutVars>
      </dgm:prSet>
      <dgm:spPr/>
    </dgm:pt>
    <dgm:pt modelId="{B9283308-7035-425B-95CF-6A4557857A67}" type="pres">
      <dgm:prSet presAssocID="{8636A2E3-DAC3-4115-87AC-4868F02C2CD2}" presName="sibTrans" presStyleLbl="sibTrans2D1" presStyleIdx="0" presStyleCnt="0"/>
      <dgm:spPr/>
    </dgm:pt>
    <dgm:pt modelId="{88B00DCF-612F-45F7-AABE-CA691F81AF79}" type="pres">
      <dgm:prSet presAssocID="{E5BEBEA0-3F14-435F-A088-8158AC8469D0}" presName="compNode" presStyleCnt="0"/>
      <dgm:spPr/>
    </dgm:pt>
    <dgm:pt modelId="{53B410B5-1052-4F47-9477-22B27C4184A2}" type="pres">
      <dgm:prSet presAssocID="{E5BEBEA0-3F14-435F-A088-8158AC8469D0}" presName="iconBgRect" presStyleLbl="bgShp" presStyleIdx="1" presStyleCnt="3"/>
      <dgm:spPr/>
    </dgm:pt>
    <dgm:pt modelId="{CAC31F00-102D-4B51-8075-55B13E8AB757}" type="pres">
      <dgm:prSet presAssocID="{E5BEBEA0-3F14-435F-A088-8158AC8469D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AA527ABB-AF6A-4368-A61E-3ADFBD850AE6}" type="pres">
      <dgm:prSet presAssocID="{E5BEBEA0-3F14-435F-A088-8158AC8469D0}" presName="spaceRect" presStyleCnt="0"/>
      <dgm:spPr/>
    </dgm:pt>
    <dgm:pt modelId="{1B7076CF-43DF-4D96-A67D-AB6BA4C8D7CB}" type="pres">
      <dgm:prSet presAssocID="{E5BEBEA0-3F14-435F-A088-8158AC8469D0}" presName="textRect" presStyleLbl="revTx" presStyleIdx="1" presStyleCnt="3">
        <dgm:presLayoutVars>
          <dgm:chMax val="1"/>
          <dgm:chPref val="1"/>
        </dgm:presLayoutVars>
      </dgm:prSet>
      <dgm:spPr/>
    </dgm:pt>
    <dgm:pt modelId="{EEEC85E9-5F69-4CAE-90BB-BA7BEDA5EA73}" type="pres">
      <dgm:prSet presAssocID="{407A4860-8933-430A-93C3-08E67CB3AFB0}" presName="sibTrans" presStyleLbl="sibTrans2D1" presStyleIdx="0" presStyleCnt="0"/>
      <dgm:spPr/>
    </dgm:pt>
    <dgm:pt modelId="{6D482D81-7614-4AA0-83B3-5A2DC6BA9ABA}" type="pres">
      <dgm:prSet presAssocID="{773ADDC6-2100-4D56-8AF2-0FE6CD4333EE}" presName="compNode" presStyleCnt="0"/>
      <dgm:spPr/>
    </dgm:pt>
    <dgm:pt modelId="{EC12516E-2B40-4774-B93F-EE1414444395}" type="pres">
      <dgm:prSet presAssocID="{773ADDC6-2100-4D56-8AF2-0FE6CD4333EE}" presName="iconBgRect" presStyleLbl="bgShp" presStyleIdx="2" presStyleCnt="3"/>
      <dgm:spPr/>
    </dgm:pt>
    <dgm:pt modelId="{B6A1CAF1-067B-4B14-8D2B-F80F8DD01D88}" type="pres">
      <dgm:prSet presAssocID="{773ADDC6-2100-4D56-8AF2-0FE6CD4333E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F9A49523-40EE-41DA-949C-018C6C13FACF}" type="pres">
      <dgm:prSet presAssocID="{773ADDC6-2100-4D56-8AF2-0FE6CD4333EE}" presName="spaceRect" presStyleCnt="0"/>
      <dgm:spPr/>
    </dgm:pt>
    <dgm:pt modelId="{EA866704-7956-44C1-8442-DF47D658C874}" type="pres">
      <dgm:prSet presAssocID="{773ADDC6-2100-4D56-8AF2-0FE6CD4333E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65BBF05-53CC-475E-A702-EDCA4F4B6644}" type="presOf" srcId="{2A59A66B-AF86-45B0-A317-0A0AA1FC4B08}" destId="{E310D3D6-DE28-4023-A04D-AA40542270EB}" srcOrd="0" destOrd="0" presId="urn:microsoft.com/office/officeart/2018/2/layout/IconCircleList"/>
    <dgm:cxn modelId="{F2665322-7CF3-4E5C-94A3-FFBC6118926B}" srcId="{2A59A66B-AF86-45B0-A317-0A0AA1FC4B08}" destId="{773ADDC6-2100-4D56-8AF2-0FE6CD4333EE}" srcOrd="2" destOrd="0" parTransId="{D033ACA1-BF72-4F9B-AEFE-E1EDA2595F9D}" sibTransId="{8D5AB963-D00F-48F9-8D2D-8142AD87E720}"/>
    <dgm:cxn modelId="{D23DA027-ECC1-444E-8CB5-A45F3CB906CE}" type="presOf" srcId="{E5BEBEA0-3F14-435F-A088-8158AC8469D0}" destId="{1B7076CF-43DF-4D96-A67D-AB6BA4C8D7CB}" srcOrd="0" destOrd="0" presId="urn:microsoft.com/office/officeart/2018/2/layout/IconCircleList"/>
    <dgm:cxn modelId="{98569036-A17E-466E-89D0-7ED0686B3A60}" srcId="{2A59A66B-AF86-45B0-A317-0A0AA1FC4B08}" destId="{E5BEBEA0-3F14-435F-A088-8158AC8469D0}" srcOrd="1" destOrd="0" parTransId="{0E9C671A-34D8-403A-9344-ECC66FDAEACC}" sibTransId="{407A4860-8933-430A-93C3-08E67CB3AFB0}"/>
    <dgm:cxn modelId="{635B3D56-C4AE-4DDE-8706-1B005AB29971}" type="presOf" srcId="{407A4860-8933-430A-93C3-08E67CB3AFB0}" destId="{EEEC85E9-5F69-4CAE-90BB-BA7BEDA5EA73}" srcOrd="0" destOrd="0" presId="urn:microsoft.com/office/officeart/2018/2/layout/IconCircleList"/>
    <dgm:cxn modelId="{B3F2C29A-AD61-4637-9844-B87FCDA53DCD}" type="presOf" srcId="{773ADDC6-2100-4D56-8AF2-0FE6CD4333EE}" destId="{EA866704-7956-44C1-8442-DF47D658C874}" srcOrd="0" destOrd="0" presId="urn:microsoft.com/office/officeart/2018/2/layout/IconCircleList"/>
    <dgm:cxn modelId="{E6973F9D-0387-4796-8B58-59B07C6C01B9}" type="presOf" srcId="{52DD0EEC-AED1-4E76-936E-36B44BF73528}" destId="{D8DF06F2-6042-4283-A761-DCE068ED0ECC}" srcOrd="0" destOrd="0" presId="urn:microsoft.com/office/officeart/2018/2/layout/IconCircleList"/>
    <dgm:cxn modelId="{E7DECCF1-DB89-4D63-8472-EE9DB4D82465}" srcId="{2A59A66B-AF86-45B0-A317-0A0AA1FC4B08}" destId="{52DD0EEC-AED1-4E76-936E-36B44BF73528}" srcOrd="0" destOrd="0" parTransId="{01A913D5-A92E-4DB1-801D-87DEE242023D}" sibTransId="{8636A2E3-DAC3-4115-87AC-4868F02C2CD2}"/>
    <dgm:cxn modelId="{05BE41F4-578E-4A2C-AB07-053FEE00A528}" type="presOf" srcId="{8636A2E3-DAC3-4115-87AC-4868F02C2CD2}" destId="{B9283308-7035-425B-95CF-6A4557857A67}" srcOrd="0" destOrd="0" presId="urn:microsoft.com/office/officeart/2018/2/layout/IconCircleList"/>
    <dgm:cxn modelId="{3A477D36-F1A8-49AD-AB9A-BCAF7C5929AB}" type="presParOf" srcId="{E310D3D6-DE28-4023-A04D-AA40542270EB}" destId="{7D8C0C9F-F6F9-4D80-9B20-3357C5578105}" srcOrd="0" destOrd="0" presId="urn:microsoft.com/office/officeart/2018/2/layout/IconCircleList"/>
    <dgm:cxn modelId="{F95747D0-F4B7-4838-A785-002DF7289A82}" type="presParOf" srcId="{7D8C0C9F-F6F9-4D80-9B20-3357C5578105}" destId="{C1F1BAAE-68A9-4778-AC71-E2767EF8FEB8}" srcOrd="0" destOrd="0" presId="urn:microsoft.com/office/officeart/2018/2/layout/IconCircleList"/>
    <dgm:cxn modelId="{943FC1F4-80E7-408C-A711-9F1ACBDBB575}" type="presParOf" srcId="{C1F1BAAE-68A9-4778-AC71-E2767EF8FEB8}" destId="{687A92F3-7207-4DC5-B40E-151D17F2E251}" srcOrd="0" destOrd="0" presId="urn:microsoft.com/office/officeart/2018/2/layout/IconCircleList"/>
    <dgm:cxn modelId="{DFC4F397-C220-4D37-9D5F-11143DDC2DD6}" type="presParOf" srcId="{C1F1BAAE-68A9-4778-AC71-E2767EF8FEB8}" destId="{74A61C5E-615A-45F5-991C-A6DCEAFDCD18}" srcOrd="1" destOrd="0" presId="urn:microsoft.com/office/officeart/2018/2/layout/IconCircleList"/>
    <dgm:cxn modelId="{1CBDFD5D-B44F-4E49-A4D7-9C2932D557A6}" type="presParOf" srcId="{C1F1BAAE-68A9-4778-AC71-E2767EF8FEB8}" destId="{660C84EC-4B7B-4E6D-A14C-B81CBAA0853D}" srcOrd="2" destOrd="0" presId="urn:microsoft.com/office/officeart/2018/2/layout/IconCircleList"/>
    <dgm:cxn modelId="{A6CD2D91-3A38-4698-8788-77375D24D79C}" type="presParOf" srcId="{C1F1BAAE-68A9-4778-AC71-E2767EF8FEB8}" destId="{D8DF06F2-6042-4283-A761-DCE068ED0ECC}" srcOrd="3" destOrd="0" presId="urn:microsoft.com/office/officeart/2018/2/layout/IconCircleList"/>
    <dgm:cxn modelId="{06D88D2B-9228-46CB-966C-236C545C7DA7}" type="presParOf" srcId="{7D8C0C9F-F6F9-4D80-9B20-3357C5578105}" destId="{B9283308-7035-425B-95CF-6A4557857A67}" srcOrd="1" destOrd="0" presId="urn:microsoft.com/office/officeart/2018/2/layout/IconCircleList"/>
    <dgm:cxn modelId="{A6BE70E0-2D14-4303-9908-5952C5C5E553}" type="presParOf" srcId="{7D8C0C9F-F6F9-4D80-9B20-3357C5578105}" destId="{88B00DCF-612F-45F7-AABE-CA691F81AF79}" srcOrd="2" destOrd="0" presId="urn:microsoft.com/office/officeart/2018/2/layout/IconCircleList"/>
    <dgm:cxn modelId="{F31A3E13-D097-4972-B8D8-0B9BFACFDA75}" type="presParOf" srcId="{88B00DCF-612F-45F7-AABE-CA691F81AF79}" destId="{53B410B5-1052-4F47-9477-22B27C4184A2}" srcOrd="0" destOrd="0" presId="urn:microsoft.com/office/officeart/2018/2/layout/IconCircleList"/>
    <dgm:cxn modelId="{00F3A5F5-60D7-407E-B844-944AACA67938}" type="presParOf" srcId="{88B00DCF-612F-45F7-AABE-CA691F81AF79}" destId="{CAC31F00-102D-4B51-8075-55B13E8AB757}" srcOrd="1" destOrd="0" presId="urn:microsoft.com/office/officeart/2018/2/layout/IconCircleList"/>
    <dgm:cxn modelId="{C887E6F3-50BB-43D4-8973-00AF04A10235}" type="presParOf" srcId="{88B00DCF-612F-45F7-AABE-CA691F81AF79}" destId="{AA527ABB-AF6A-4368-A61E-3ADFBD850AE6}" srcOrd="2" destOrd="0" presId="urn:microsoft.com/office/officeart/2018/2/layout/IconCircleList"/>
    <dgm:cxn modelId="{71F5A298-9CEC-4A7A-B01A-8F23184FDF53}" type="presParOf" srcId="{88B00DCF-612F-45F7-AABE-CA691F81AF79}" destId="{1B7076CF-43DF-4D96-A67D-AB6BA4C8D7CB}" srcOrd="3" destOrd="0" presId="urn:microsoft.com/office/officeart/2018/2/layout/IconCircleList"/>
    <dgm:cxn modelId="{8434330E-6384-4EF4-A11C-20DBAE3E4A57}" type="presParOf" srcId="{7D8C0C9F-F6F9-4D80-9B20-3357C5578105}" destId="{EEEC85E9-5F69-4CAE-90BB-BA7BEDA5EA73}" srcOrd="3" destOrd="0" presId="urn:microsoft.com/office/officeart/2018/2/layout/IconCircleList"/>
    <dgm:cxn modelId="{BCCAB15C-FA43-4BB6-8C9F-5C79EC61A9FF}" type="presParOf" srcId="{7D8C0C9F-F6F9-4D80-9B20-3357C5578105}" destId="{6D482D81-7614-4AA0-83B3-5A2DC6BA9ABA}" srcOrd="4" destOrd="0" presId="urn:microsoft.com/office/officeart/2018/2/layout/IconCircleList"/>
    <dgm:cxn modelId="{A9A2921F-2EF8-4480-BC80-845412F76017}" type="presParOf" srcId="{6D482D81-7614-4AA0-83B3-5A2DC6BA9ABA}" destId="{EC12516E-2B40-4774-B93F-EE1414444395}" srcOrd="0" destOrd="0" presId="urn:microsoft.com/office/officeart/2018/2/layout/IconCircleList"/>
    <dgm:cxn modelId="{F1F357E4-7329-4529-BE5E-E2A731E8D4DF}" type="presParOf" srcId="{6D482D81-7614-4AA0-83B3-5A2DC6BA9ABA}" destId="{B6A1CAF1-067B-4B14-8D2B-F80F8DD01D88}" srcOrd="1" destOrd="0" presId="urn:microsoft.com/office/officeart/2018/2/layout/IconCircleList"/>
    <dgm:cxn modelId="{05C085BA-4F05-4960-9F47-D2EFD6432570}" type="presParOf" srcId="{6D482D81-7614-4AA0-83B3-5A2DC6BA9ABA}" destId="{F9A49523-40EE-41DA-949C-018C6C13FACF}" srcOrd="2" destOrd="0" presId="urn:microsoft.com/office/officeart/2018/2/layout/IconCircleList"/>
    <dgm:cxn modelId="{08D90F63-9284-4736-93A1-683272AF6F58}" type="presParOf" srcId="{6D482D81-7614-4AA0-83B3-5A2DC6BA9ABA}" destId="{EA866704-7956-44C1-8442-DF47D658C87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59A66B-AF86-45B0-A317-0A0AA1FC4B0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2DD0EEC-AED1-4E76-936E-36B44BF7352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Show static structure of a system</a:t>
          </a:r>
          <a:endParaRPr lang="en-US" dirty="0"/>
        </a:p>
      </dgm:t>
    </dgm:pt>
    <dgm:pt modelId="{01A913D5-A92E-4DB1-801D-87DEE242023D}" type="parTrans" cxnId="{E7DECCF1-DB89-4D63-8472-EE9DB4D82465}">
      <dgm:prSet/>
      <dgm:spPr/>
      <dgm:t>
        <a:bodyPr/>
        <a:lstStyle/>
        <a:p>
          <a:endParaRPr lang="en-US"/>
        </a:p>
      </dgm:t>
    </dgm:pt>
    <dgm:pt modelId="{8636A2E3-DAC3-4115-87AC-4868F02C2CD2}" type="sibTrans" cxnId="{E7DECCF1-DB89-4D63-8472-EE9DB4D8246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BEBEA0-3F14-435F-A088-8158AC8469D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Represent objects, classes, components &amp; relationships</a:t>
          </a:r>
          <a:endParaRPr lang="en-US" dirty="0"/>
        </a:p>
      </dgm:t>
    </dgm:pt>
    <dgm:pt modelId="{0E9C671A-34D8-403A-9344-ECC66FDAEACC}" type="parTrans" cxnId="{98569036-A17E-466E-89D0-7ED0686B3A60}">
      <dgm:prSet/>
      <dgm:spPr/>
      <dgm:t>
        <a:bodyPr/>
        <a:lstStyle/>
        <a:p>
          <a:endParaRPr lang="en-US"/>
        </a:p>
      </dgm:t>
    </dgm:pt>
    <dgm:pt modelId="{407A4860-8933-430A-93C3-08E67CB3AFB0}" type="sibTrans" cxnId="{98569036-A17E-466E-89D0-7ED0686B3A6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73ADDC6-2100-4D56-8AF2-0FE6CD4333E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Focus on how the system is organized, not how it behaves</a:t>
          </a:r>
          <a:endParaRPr lang="en-US" dirty="0"/>
        </a:p>
      </dgm:t>
    </dgm:pt>
    <dgm:pt modelId="{D033ACA1-BF72-4F9B-AEFE-E1EDA2595F9D}" type="parTrans" cxnId="{F2665322-7CF3-4E5C-94A3-FFBC6118926B}">
      <dgm:prSet/>
      <dgm:spPr/>
      <dgm:t>
        <a:bodyPr/>
        <a:lstStyle/>
        <a:p>
          <a:endParaRPr lang="en-US"/>
        </a:p>
      </dgm:t>
    </dgm:pt>
    <dgm:pt modelId="{8D5AB963-D00F-48F9-8D2D-8142AD87E720}" type="sibTrans" cxnId="{F2665322-7CF3-4E5C-94A3-FFBC6118926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717191-CAEC-4DB8-B87F-DB841C8BEF2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Used to design architecture &amp; system components</a:t>
          </a:r>
          <a:endParaRPr lang="en-US" dirty="0"/>
        </a:p>
      </dgm:t>
    </dgm:pt>
    <dgm:pt modelId="{B26646F9-CBCB-408D-92CC-405DD242349C}" type="parTrans" cxnId="{EBDD720D-C31B-481E-8062-9F6BFE22E8BF}">
      <dgm:prSet/>
      <dgm:spPr/>
      <dgm:t>
        <a:bodyPr/>
        <a:lstStyle/>
        <a:p>
          <a:endParaRPr lang="en-US"/>
        </a:p>
      </dgm:t>
    </dgm:pt>
    <dgm:pt modelId="{06B35833-D89F-4BDA-893C-08D293F4A8CB}" type="sibTrans" cxnId="{EBDD720D-C31B-481E-8062-9F6BFE22E8BF}">
      <dgm:prSet/>
      <dgm:spPr/>
      <dgm:t>
        <a:bodyPr/>
        <a:lstStyle/>
        <a:p>
          <a:endParaRPr lang="en-US"/>
        </a:p>
      </dgm:t>
    </dgm:pt>
    <dgm:pt modelId="{E310D3D6-DE28-4023-A04D-AA40542270EB}" type="pres">
      <dgm:prSet presAssocID="{2A59A66B-AF86-45B0-A317-0A0AA1FC4B08}" presName="root" presStyleCnt="0">
        <dgm:presLayoutVars>
          <dgm:dir/>
          <dgm:resizeHandles val="exact"/>
        </dgm:presLayoutVars>
      </dgm:prSet>
      <dgm:spPr/>
    </dgm:pt>
    <dgm:pt modelId="{7D8C0C9F-F6F9-4D80-9B20-3357C5578105}" type="pres">
      <dgm:prSet presAssocID="{2A59A66B-AF86-45B0-A317-0A0AA1FC4B08}" presName="container" presStyleCnt="0">
        <dgm:presLayoutVars>
          <dgm:dir/>
          <dgm:resizeHandles val="exact"/>
        </dgm:presLayoutVars>
      </dgm:prSet>
      <dgm:spPr/>
    </dgm:pt>
    <dgm:pt modelId="{C1F1BAAE-68A9-4778-AC71-E2767EF8FEB8}" type="pres">
      <dgm:prSet presAssocID="{52DD0EEC-AED1-4E76-936E-36B44BF73528}" presName="compNode" presStyleCnt="0"/>
      <dgm:spPr/>
    </dgm:pt>
    <dgm:pt modelId="{687A92F3-7207-4DC5-B40E-151D17F2E251}" type="pres">
      <dgm:prSet presAssocID="{52DD0EEC-AED1-4E76-936E-36B44BF73528}" presName="iconBgRect" presStyleLbl="bgShp" presStyleIdx="0" presStyleCnt="4"/>
      <dgm:spPr/>
    </dgm:pt>
    <dgm:pt modelId="{74A61C5E-615A-45F5-991C-A6DCEAFDCD18}" type="pres">
      <dgm:prSet presAssocID="{52DD0EEC-AED1-4E76-936E-36B44BF7352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 with solid fill"/>
        </a:ext>
      </dgm:extLst>
    </dgm:pt>
    <dgm:pt modelId="{660C84EC-4B7B-4E6D-A14C-B81CBAA0853D}" type="pres">
      <dgm:prSet presAssocID="{52DD0EEC-AED1-4E76-936E-36B44BF73528}" presName="spaceRect" presStyleCnt="0"/>
      <dgm:spPr/>
    </dgm:pt>
    <dgm:pt modelId="{D8DF06F2-6042-4283-A761-DCE068ED0ECC}" type="pres">
      <dgm:prSet presAssocID="{52DD0EEC-AED1-4E76-936E-36B44BF73528}" presName="textRect" presStyleLbl="revTx" presStyleIdx="0" presStyleCnt="4">
        <dgm:presLayoutVars>
          <dgm:chMax val="1"/>
          <dgm:chPref val="1"/>
        </dgm:presLayoutVars>
      </dgm:prSet>
      <dgm:spPr/>
    </dgm:pt>
    <dgm:pt modelId="{B9283308-7035-425B-95CF-6A4557857A67}" type="pres">
      <dgm:prSet presAssocID="{8636A2E3-DAC3-4115-87AC-4868F02C2CD2}" presName="sibTrans" presStyleLbl="sibTrans2D1" presStyleIdx="0" presStyleCnt="0"/>
      <dgm:spPr/>
    </dgm:pt>
    <dgm:pt modelId="{88B00DCF-612F-45F7-AABE-CA691F81AF79}" type="pres">
      <dgm:prSet presAssocID="{E5BEBEA0-3F14-435F-A088-8158AC8469D0}" presName="compNode" presStyleCnt="0"/>
      <dgm:spPr/>
    </dgm:pt>
    <dgm:pt modelId="{53B410B5-1052-4F47-9477-22B27C4184A2}" type="pres">
      <dgm:prSet presAssocID="{E5BEBEA0-3F14-435F-A088-8158AC8469D0}" presName="iconBgRect" presStyleLbl="bgShp" presStyleIdx="1" presStyleCnt="4"/>
      <dgm:spPr/>
    </dgm:pt>
    <dgm:pt modelId="{CAC31F00-102D-4B51-8075-55B13E8AB757}" type="pres">
      <dgm:prSet presAssocID="{E5BEBEA0-3F14-435F-A088-8158AC8469D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Shape with solid fill"/>
        </a:ext>
      </dgm:extLst>
    </dgm:pt>
    <dgm:pt modelId="{AA527ABB-AF6A-4368-A61E-3ADFBD850AE6}" type="pres">
      <dgm:prSet presAssocID="{E5BEBEA0-3F14-435F-A088-8158AC8469D0}" presName="spaceRect" presStyleCnt="0"/>
      <dgm:spPr/>
    </dgm:pt>
    <dgm:pt modelId="{1B7076CF-43DF-4D96-A67D-AB6BA4C8D7CB}" type="pres">
      <dgm:prSet presAssocID="{E5BEBEA0-3F14-435F-A088-8158AC8469D0}" presName="textRect" presStyleLbl="revTx" presStyleIdx="1" presStyleCnt="4">
        <dgm:presLayoutVars>
          <dgm:chMax val="1"/>
          <dgm:chPref val="1"/>
        </dgm:presLayoutVars>
      </dgm:prSet>
      <dgm:spPr/>
    </dgm:pt>
    <dgm:pt modelId="{EEEC85E9-5F69-4CAE-90BB-BA7BEDA5EA73}" type="pres">
      <dgm:prSet presAssocID="{407A4860-8933-430A-93C3-08E67CB3AFB0}" presName="sibTrans" presStyleLbl="sibTrans2D1" presStyleIdx="0" presStyleCnt="0"/>
      <dgm:spPr/>
    </dgm:pt>
    <dgm:pt modelId="{6D482D81-7614-4AA0-83B3-5A2DC6BA9ABA}" type="pres">
      <dgm:prSet presAssocID="{773ADDC6-2100-4D56-8AF2-0FE6CD4333EE}" presName="compNode" presStyleCnt="0"/>
      <dgm:spPr/>
    </dgm:pt>
    <dgm:pt modelId="{EC12516E-2B40-4774-B93F-EE1414444395}" type="pres">
      <dgm:prSet presAssocID="{773ADDC6-2100-4D56-8AF2-0FE6CD4333EE}" presName="iconBgRect" presStyleLbl="bgShp" presStyleIdx="2" presStyleCnt="4"/>
      <dgm:spPr/>
    </dgm:pt>
    <dgm:pt modelId="{B6A1CAF1-067B-4B14-8D2B-F80F8DD01D88}" type="pres">
      <dgm:prSet presAssocID="{773ADDC6-2100-4D56-8AF2-0FE6CD4333E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ft Brain with solid fill"/>
        </a:ext>
      </dgm:extLst>
    </dgm:pt>
    <dgm:pt modelId="{F9A49523-40EE-41DA-949C-018C6C13FACF}" type="pres">
      <dgm:prSet presAssocID="{773ADDC6-2100-4D56-8AF2-0FE6CD4333EE}" presName="spaceRect" presStyleCnt="0"/>
      <dgm:spPr/>
    </dgm:pt>
    <dgm:pt modelId="{EA866704-7956-44C1-8442-DF47D658C874}" type="pres">
      <dgm:prSet presAssocID="{773ADDC6-2100-4D56-8AF2-0FE6CD4333EE}" presName="textRect" presStyleLbl="revTx" presStyleIdx="2" presStyleCnt="4">
        <dgm:presLayoutVars>
          <dgm:chMax val="1"/>
          <dgm:chPref val="1"/>
        </dgm:presLayoutVars>
      </dgm:prSet>
      <dgm:spPr/>
    </dgm:pt>
    <dgm:pt modelId="{37E16887-B940-4FC1-BC19-7A3C75329D84}" type="pres">
      <dgm:prSet presAssocID="{8D5AB963-D00F-48F9-8D2D-8142AD87E720}" presName="sibTrans" presStyleLbl="sibTrans2D1" presStyleIdx="0" presStyleCnt="0"/>
      <dgm:spPr/>
    </dgm:pt>
    <dgm:pt modelId="{3D8FD191-BD96-41C5-BB30-2AB57BA00540}" type="pres">
      <dgm:prSet presAssocID="{E1717191-CAEC-4DB8-B87F-DB841C8BEF23}" presName="compNode" presStyleCnt="0"/>
      <dgm:spPr/>
    </dgm:pt>
    <dgm:pt modelId="{8DE09445-187F-457F-90C1-A6F8E34C50EB}" type="pres">
      <dgm:prSet presAssocID="{E1717191-CAEC-4DB8-B87F-DB841C8BEF23}" presName="iconBgRect" presStyleLbl="bgShp" presStyleIdx="3" presStyleCnt="4"/>
      <dgm:spPr/>
    </dgm:pt>
    <dgm:pt modelId="{BC3A032C-6AF3-434F-B134-BA656C6DA6D4}" type="pres">
      <dgm:prSet presAssocID="{E1717191-CAEC-4DB8-B87F-DB841C8BEF2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ueprint with solid fill"/>
        </a:ext>
      </dgm:extLst>
    </dgm:pt>
    <dgm:pt modelId="{6C2CE891-FFF3-4169-B920-A8452639ACE9}" type="pres">
      <dgm:prSet presAssocID="{E1717191-CAEC-4DB8-B87F-DB841C8BEF23}" presName="spaceRect" presStyleCnt="0"/>
      <dgm:spPr/>
    </dgm:pt>
    <dgm:pt modelId="{6E78F26C-3536-4CA6-A77A-03B4DBD0167A}" type="pres">
      <dgm:prSet presAssocID="{E1717191-CAEC-4DB8-B87F-DB841C8BEF2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BDD720D-C31B-481E-8062-9F6BFE22E8BF}" srcId="{2A59A66B-AF86-45B0-A317-0A0AA1FC4B08}" destId="{E1717191-CAEC-4DB8-B87F-DB841C8BEF23}" srcOrd="3" destOrd="0" parTransId="{B26646F9-CBCB-408D-92CC-405DD242349C}" sibTransId="{06B35833-D89F-4BDA-893C-08D293F4A8CB}"/>
    <dgm:cxn modelId="{F2665322-7CF3-4E5C-94A3-FFBC6118926B}" srcId="{2A59A66B-AF86-45B0-A317-0A0AA1FC4B08}" destId="{773ADDC6-2100-4D56-8AF2-0FE6CD4333EE}" srcOrd="2" destOrd="0" parTransId="{D033ACA1-BF72-4F9B-AEFE-E1EDA2595F9D}" sibTransId="{8D5AB963-D00F-48F9-8D2D-8142AD87E720}"/>
    <dgm:cxn modelId="{98569036-A17E-466E-89D0-7ED0686B3A60}" srcId="{2A59A66B-AF86-45B0-A317-0A0AA1FC4B08}" destId="{E5BEBEA0-3F14-435F-A088-8158AC8469D0}" srcOrd="1" destOrd="0" parTransId="{0E9C671A-34D8-403A-9344-ECC66FDAEACC}" sibTransId="{407A4860-8933-430A-93C3-08E67CB3AFB0}"/>
    <dgm:cxn modelId="{C79D8344-07C9-4BE4-B2D1-B9F9327F4EDF}" type="presOf" srcId="{52DD0EEC-AED1-4E76-936E-36B44BF73528}" destId="{D8DF06F2-6042-4283-A761-DCE068ED0ECC}" srcOrd="0" destOrd="0" presId="urn:microsoft.com/office/officeart/2018/2/layout/IconCircleList"/>
    <dgm:cxn modelId="{A225C778-E628-4EA3-9FF2-C93E0D1BFDCE}" type="presOf" srcId="{E1717191-CAEC-4DB8-B87F-DB841C8BEF23}" destId="{6E78F26C-3536-4CA6-A77A-03B4DBD0167A}" srcOrd="0" destOrd="0" presId="urn:microsoft.com/office/officeart/2018/2/layout/IconCircleList"/>
    <dgm:cxn modelId="{22191E81-EBF9-4153-AF61-152B9B95ACE5}" type="presOf" srcId="{8636A2E3-DAC3-4115-87AC-4868F02C2CD2}" destId="{B9283308-7035-425B-95CF-6A4557857A67}" srcOrd="0" destOrd="0" presId="urn:microsoft.com/office/officeart/2018/2/layout/IconCircleList"/>
    <dgm:cxn modelId="{03A42B9B-F14F-4C68-B9CB-BD2D49C1DCBB}" type="presOf" srcId="{8D5AB963-D00F-48F9-8D2D-8142AD87E720}" destId="{37E16887-B940-4FC1-BC19-7A3C75329D84}" srcOrd="0" destOrd="0" presId="urn:microsoft.com/office/officeart/2018/2/layout/IconCircleList"/>
    <dgm:cxn modelId="{199DC7A5-8FA5-4226-AD76-AD6410B3F487}" type="presOf" srcId="{407A4860-8933-430A-93C3-08E67CB3AFB0}" destId="{EEEC85E9-5F69-4CAE-90BB-BA7BEDA5EA73}" srcOrd="0" destOrd="0" presId="urn:microsoft.com/office/officeart/2018/2/layout/IconCircleList"/>
    <dgm:cxn modelId="{E0DBEAA8-218E-48AE-B5FD-149242EC1C9F}" type="presOf" srcId="{E5BEBEA0-3F14-435F-A088-8158AC8469D0}" destId="{1B7076CF-43DF-4D96-A67D-AB6BA4C8D7CB}" srcOrd="0" destOrd="0" presId="urn:microsoft.com/office/officeart/2018/2/layout/IconCircleList"/>
    <dgm:cxn modelId="{AADE09AA-7FA6-48E9-BA37-C744EF5856B7}" type="presOf" srcId="{2A59A66B-AF86-45B0-A317-0A0AA1FC4B08}" destId="{E310D3D6-DE28-4023-A04D-AA40542270EB}" srcOrd="0" destOrd="0" presId="urn:microsoft.com/office/officeart/2018/2/layout/IconCircleList"/>
    <dgm:cxn modelId="{CD1441AF-070E-4EB1-A15A-8475CBBA19C5}" type="presOf" srcId="{773ADDC6-2100-4D56-8AF2-0FE6CD4333EE}" destId="{EA866704-7956-44C1-8442-DF47D658C874}" srcOrd="0" destOrd="0" presId="urn:microsoft.com/office/officeart/2018/2/layout/IconCircleList"/>
    <dgm:cxn modelId="{E7DECCF1-DB89-4D63-8472-EE9DB4D82465}" srcId="{2A59A66B-AF86-45B0-A317-0A0AA1FC4B08}" destId="{52DD0EEC-AED1-4E76-936E-36B44BF73528}" srcOrd="0" destOrd="0" parTransId="{01A913D5-A92E-4DB1-801D-87DEE242023D}" sibTransId="{8636A2E3-DAC3-4115-87AC-4868F02C2CD2}"/>
    <dgm:cxn modelId="{9D9CB1AA-0F2A-44F3-BD9F-C2E881F918C8}" type="presParOf" srcId="{E310D3D6-DE28-4023-A04D-AA40542270EB}" destId="{7D8C0C9F-F6F9-4D80-9B20-3357C5578105}" srcOrd="0" destOrd="0" presId="urn:microsoft.com/office/officeart/2018/2/layout/IconCircleList"/>
    <dgm:cxn modelId="{4D9EF36B-0951-44C6-A7FB-895F7FC3E84B}" type="presParOf" srcId="{7D8C0C9F-F6F9-4D80-9B20-3357C5578105}" destId="{C1F1BAAE-68A9-4778-AC71-E2767EF8FEB8}" srcOrd="0" destOrd="0" presId="urn:microsoft.com/office/officeart/2018/2/layout/IconCircleList"/>
    <dgm:cxn modelId="{C099C7FE-E894-4144-9CC9-23876AC8E1F3}" type="presParOf" srcId="{C1F1BAAE-68A9-4778-AC71-E2767EF8FEB8}" destId="{687A92F3-7207-4DC5-B40E-151D17F2E251}" srcOrd="0" destOrd="0" presId="urn:microsoft.com/office/officeart/2018/2/layout/IconCircleList"/>
    <dgm:cxn modelId="{8D0DFBB2-436D-48B4-83F2-A2AF127A98DB}" type="presParOf" srcId="{C1F1BAAE-68A9-4778-AC71-E2767EF8FEB8}" destId="{74A61C5E-615A-45F5-991C-A6DCEAFDCD18}" srcOrd="1" destOrd="0" presId="urn:microsoft.com/office/officeart/2018/2/layout/IconCircleList"/>
    <dgm:cxn modelId="{BB019853-73D0-47EC-962E-A20CE8E1B835}" type="presParOf" srcId="{C1F1BAAE-68A9-4778-AC71-E2767EF8FEB8}" destId="{660C84EC-4B7B-4E6D-A14C-B81CBAA0853D}" srcOrd="2" destOrd="0" presId="urn:microsoft.com/office/officeart/2018/2/layout/IconCircleList"/>
    <dgm:cxn modelId="{C2F1DFCB-EE13-475B-811F-70BB673CF18A}" type="presParOf" srcId="{C1F1BAAE-68A9-4778-AC71-E2767EF8FEB8}" destId="{D8DF06F2-6042-4283-A761-DCE068ED0ECC}" srcOrd="3" destOrd="0" presId="urn:microsoft.com/office/officeart/2018/2/layout/IconCircleList"/>
    <dgm:cxn modelId="{574C5C8B-561E-4D03-8D8C-2A3644362D80}" type="presParOf" srcId="{7D8C0C9F-F6F9-4D80-9B20-3357C5578105}" destId="{B9283308-7035-425B-95CF-6A4557857A67}" srcOrd="1" destOrd="0" presId="urn:microsoft.com/office/officeart/2018/2/layout/IconCircleList"/>
    <dgm:cxn modelId="{B4EA3799-10A7-43CE-A5F8-5AC6F70B599B}" type="presParOf" srcId="{7D8C0C9F-F6F9-4D80-9B20-3357C5578105}" destId="{88B00DCF-612F-45F7-AABE-CA691F81AF79}" srcOrd="2" destOrd="0" presId="urn:microsoft.com/office/officeart/2018/2/layout/IconCircleList"/>
    <dgm:cxn modelId="{27955940-FCBB-42E7-99ED-4BB68E5E0FAA}" type="presParOf" srcId="{88B00DCF-612F-45F7-AABE-CA691F81AF79}" destId="{53B410B5-1052-4F47-9477-22B27C4184A2}" srcOrd="0" destOrd="0" presId="urn:microsoft.com/office/officeart/2018/2/layout/IconCircleList"/>
    <dgm:cxn modelId="{FAD89E1A-833F-4977-AECE-F13EEA393962}" type="presParOf" srcId="{88B00DCF-612F-45F7-AABE-CA691F81AF79}" destId="{CAC31F00-102D-4B51-8075-55B13E8AB757}" srcOrd="1" destOrd="0" presId="urn:microsoft.com/office/officeart/2018/2/layout/IconCircleList"/>
    <dgm:cxn modelId="{D8D44281-F5B8-4D56-9160-99B5043582B1}" type="presParOf" srcId="{88B00DCF-612F-45F7-AABE-CA691F81AF79}" destId="{AA527ABB-AF6A-4368-A61E-3ADFBD850AE6}" srcOrd="2" destOrd="0" presId="urn:microsoft.com/office/officeart/2018/2/layout/IconCircleList"/>
    <dgm:cxn modelId="{FB3EDF62-0629-43B6-9ABF-E8EA5012E5E5}" type="presParOf" srcId="{88B00DCF-612F-45F7-AABE-CA691F81AF79}" destId="{1B7076CF-43DF-4D96-A67D-AB6BA4C8D7CB}" srcOrd="3" destOrd="0" presId="urn:microsoft.com/office/officeart/2018/2/layout/IconCircleList"/>
    <dgm:cxn modelId="{2CB2C4E7-0C65-46AB-BB33-AF4399575ACA}" type="presParOf" srcId="{7D8C0C9F-F6F9-4D80-9B20-3357C5578105}" destId="{EEEC85E9-5F69-4CAE-90BB-BA7BEDA5EA73}" srcOrd="3" destOrd="0" presId="urn:microsoft.com/office/officeart/2018/2/layout/IconCircleList"/>
    <dgm:cxn modelId="{41EB5559-FB15-4795-9656-69F8D24EF61E}" type="presParOf" srcId="{7D8C0C9F-F6F9-4D80-9B20-3357C5578105}" destId="{6D482D81-7614-4AA0-83B3-5A2DC6BA9ABA}" srcOrd="4" destOrd="0" presId="urn:microsoft.com/office/officeart/2018/2/layout/IconCircleList"/>
    <dgm:cxn modelId="{709D2E6D-3A5F-4EF6-B83C-AD469E8C7CB3}" type="presParOf" srcId="{6D482D81-7614-4AA0-83B3-5A2DC6BA9ABA}" destId="{EC12516E-2B40-4774-B93F-EE1414444395}" srcOrd="0" destOrd="0" presId="urn:microsoft.com/office/officeart/2018/2/layout/IconCircleList"/>
    <dgm:cxn modelId="{D06E933A-CEA3-4487-AA12-A03531437026}" type="presParOf" srcId="{6D482D81-7614-4AA0-83B3-5A2DC6BA9ABA}" destId="{B6A1CAF1-067B-4B14-8D2B-F80F8DD01D88}" srcOrd="1" destOrd="0" presId="urn:microsoft.com/office/officeart/2018/2/layout/IconCircleList"/>
    <dgm:cxn modelId="{5B11A47C-B942-4EA3-8EE3-4610D6E71BD3}" type="presParOf" srcId="{6D482D81-7614-4AA0-83B3-5A2DC6BA9ABA}" destId="{F9A49523-40EE-41DA-949C-018C6C13FACF}" srcOrd="2" destOrd="0" presId="urn:microsoft.com/office/officeart/2018/2/layout/IconCircleList"/>
    <dgm:cxn modelId="{6C6BA275-94C1-46BD-BA7A-3F46AAFF8DFD}" type="presParOf" srcId="{6D482D81-7614-4AA0-83B3-5A2DC6BA9ABA}" destId="{EA866704-7956-44C1-8442-DF47D658C874}" srcOrd="3" destOrd="0" presId="urn:microsoft.com/office/officeart/2018/2/layout/IconCircleList"/>
    <dgm:cxn modelId="{C8084BA6-1C16-45B9-8CD9-B193BC3A37B7}" type="presParOf" srcId="{7D8C0C9F-F6F9-4D80-9B20-3357C5578105}" destId="{37E16887-B940-4FC1-BC19-7A3C75329D84}" srcOrd="5" destOrd="0" presId="urn:microsoft.com/office/officeart/2018/2/layout/IconCircleList"/>
    <dgm:cxn modelId="{A551CC60-96EE-4F26-BBC4-B5338E70722C}" type="presParOf" srcId="{7D8C0C9F-F6F9-4D80-9B20-3357C5578105}" destId="{3D8FD191-BD96-41C5-BB30-2AB57BA00540}" srcOrd="6" destOrd="0" presId="urn:microsoft.com/office/officeart/2018/2/layout/IconCircleList"/>
    <dgm:cxn modelId="{C5ADE775-C7D3-49B9-8235-DBD057165084}" type="presParOf" srcId="{3D8FD191-BD96-41C5-BB30-2AB57BA00540}" destId="{8DE09445-187F-457F-90C1-A6F8E34C50EB}" srcOrd="0" destOrd="0" presId="urn:microsoft.com/office/officeart/2018/2/layout/IconCircleList"/>
    <dgm:cxn modelId="{C79F5A5F-8015-405F-A8B9-8197E915D39A}" type="presParOf" srcId="{3D8FD191-BD96-41C5-BB30-2AB57BA00540}" destId="{BC3A032C-6AF3-434F-B134-BA656C6DA6D4}" srcOrd="1" destOrd="0" presId="urn:microsoft.com/office/officeart/2018/2/layout/IconCircleList"/>
    <dgm:cxn modelId="{54DDC780-A2BF-4193-B5E2-1B398BF55968}" type="presParOf" srcId="{3D8FD191-BD96-41C5-BB30-2AB57BA00540}" destId="{6C2CE891-FFF3-4169-B920-A8452639ACE9}" srcOrd="2" destOrd="0" presId="urn:microsoft.com/office/officeart/2018/2/layout/IconCircleList"/>
    <dgm:cxn modelId="{947A6D9A-F0BF-47A2-9762-6E77FAF3AC03}" type="presParOf" srcId="{3D8FD191-BD96-41C5-BB30-2AB57BA00540}" destId="{6E78F26C-3536-4CA6-A77A-03B4DBD0167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FE55A0-0317-4525-B9E3-FC70C35E1034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EC5620B-EB8A-4EFE-B9A3-C615D250FA25}">
      <dgm:prSet/>
      <dgm:spPr/>
      <dgm:t>
        <a:bodyPr/>
        <a:lstStyle/>
        <a:p>
          <a:r>
            <a:rPr lang="en-GB"/>
            <a:t>Class Diagram</a:t>
          </a:r>
          <a:endParaRPr lang="en-US"/>
        </a:p>
      </dgm:t>
    </dgm:pt>
    <dgm:pt modelId="{1DA48D7C-A1C5-41AF-9784-558DCD6A0FC2}" type="parTrans" cxnId="{78FFF8B9-022D-43E3-AFD6-87A8FACB2A7A}">
      <dgm:prSet/>
      <dgm:spPr/>
      <dgm:t>
        <a:bodyPr/>
        <a:lstStyle/>
        <a:p>
          <a:endParaRPr lang="en-US"/>
        </a:p>
      </dgm:t>
    </dgm:pt>
    <dgm:pt modelId="{DF0AB402-48DC-4A37-9880-92FCE0E4E64E}" type="sibTrans" cxnId="{78FFF8B9-022D-43E3-AFD6-87A8FACB2A7A}">
      <dgm:prSet/>
      <dgm:spPr/>
      <dgm:t>
        <a:bodyPr/>
        <a:lstStyle/>
        <a:p>
          <a:endParaRPr lang="en-US"/>
        </a:p>
      </dgm:t>
    </dgm:pt>
    <dgm:pt modelId="{EA934F04-956E-49A4-9B7D-9BA36E9B73FC}">
      <dgm:prSet/>
      <dgm:spPr/>
      <dgm:t>
        <a:bodyPr/>
        <a:lstStyle/>
        <a:p>
          <a:r>
            <a:rPr lang="en-GB"/>
            <a:t>Object Diagram</a:t>
          </a:r>
          <a:endParaRPr lang="en-US"/>
        </a:p>
      </dgm:t>
    </dgm:pt>
    <dgm:pt modelId="{CE96075E-9322-4009-B16C-F2F1E4894074}" type="parTrans" cxnId="{FA98EF9B-BF22-4732-85AE-E366E9CEBF6E}">
      <dgm:prSet/>
      <dgm:spPr/>
      <dgm:t>
        <a:bodyPr/>
        <a:lstStyle/>
        <a:p>
          <a:endParaRPr lang="en-US"/>
        </a:p>
      </dgm:t>
    </dgm:pt>
    <dgm:pt modelId="{FF6A3C0C-387B-4207-B80E-2953B8A459C6}" type="sibTrans" cxnId="{FA98EF9B-BF22-4732-85AE-E366E9CEBF6E}">
      <dgm:prSet/>
      <dgm:spPr/>
      <dgm:t>
        <a:bodyPr/>
        <a:lstStyle/>
        <a:p>
          <a:endParaRPr lang="en-US"/>
        </a:p>
      </dgm:t>
    </dgm:pt>
    <dgm:pt modelId="{879740A1-2F6D-4469-9D6D-FDDA0AE49297}">
      <dgm:prSet/>
      <dgm:spPr/>
      <dgm:t>
        <a:bodyPr/>
        <a:lstStyle/>
        <a:p>
          <a:r>
            <a:rPr lang="en-GB"/>
            <a:t>Component Diagram</a:t>
          </a:r>
          <a:endParaRPr lang="en-US"/>
        </a:p>
      </dgm:t>
    </dgm:pt>
    <dgm:pt modelId="{E98C6615-7324-424D-A03D-6817B0465B1F}" type="parTrans" cxnId="{FADBDA17-CCA2-441A-BA17-5A88BBE293B2}">
      <dgm:prSet/>
      <dgm:spPr/>
      <dgm:t>
        <a:bodyPr/>
        <a:lstStyle/>
        <a:p>
          <a:endParaRPr lang="en-US"/>
        </a:p>
      </dgm:t>
    </dgm:pt>
    <dgm:pt modelId="{CB5B7667-C894-44B6-95A2-88173353D407}" type="sibTrans" cxnId="{FADBDA17-CCA2-441A-BA17-5A88BBE293B2}">
      <dgm:prSet/>
      <dgm:spPr/>
      <dgm:t>
        <a:bodyPr/>
        <a:lstStyle/>
        <a:p>
          <a:endParaRPr lang="en-US"/>
        </a:p>
      </dgm:t>
    </dgm:pt>
    <dgm:pt modelId="{86F47BD6-0004-42CE-9EBA-4743A1A041D1}">
      <dgm:prSet/>
      <dgm:spPr/>
      <dgm:t>
        <a:bodyPr/>
        <a:lstStyle/>
        <a:p>
          <a:r>
            <a:rPr lang="en-GB"/>
            <a:t>Deployment Diagram</a:t>
          </a:r>
          <a:endParaRPr lang="en-US"/>
        </a:p>
      </dgm:t>
    </dgm:pt>
    <dgm:pt modelId="{0C3E43AC-D3BA-4FC7-835D-A5824D88DE5C}" type="parTrans" cxnId="{E6B186CB-45E9-497C-8008-4FF4D438A17A}">
      <dgm:prSet/>
      <dgm:spPr/>
      <dgm:t>
        <a:bodyPr/>
        <a:lstStyle/>
        <a:p>
          <a:endParaRPr lang="en-US"/>
        </a:p>
      </dgm:t>
    </dgm:pt>
    <dgm:pt modelId="{447016CF-F12B-40E6-80DD-5435C08D81BE}" type="sibTrans" cxnId="{E6B186CB-45E9-497C-8008-4FF4D438A17A}">
      <dgm:prSet/>
      <dgm:spPr/>
      <dgm:t>
        <a:bodyPr/>
        <a:lstStyle/>
        <a:p>
          <a:endParaRPr lang="en-US"/>
        </a:p>
      </dgm:t>
    </dgm:pt>
    <dgm:pt modelId="{28D6736C-D777-479A-B7D6-B452C7287FD1}">
      <dgm:prSet/>
      <dgm:spPr/>
      <dgm:t>
        <a:bodyPr/>
        <a:lstStyle/>
        <a:p>
          <a:r>
            <a:rPr lang="en-GB"/>
            <a:t>Package Diagram</a:t>
          </a:r>
          <a:endParaRPr lang="en-US"/>
        </a:p>
      </dgm:t>
    </dgm:pt>
    <dgm:pt modelId="{16478F2D-D9C8-44CF-8F59-CF8A7D7337FE}" type="parTrans" cxnId="{F0F33454-B918-40F9-AEF9-CE0C6AA01D20}">
      <dgm:prSet/>
      <dgm:spPr/>
      <dgm:t>
        <a:bodyPr/>
        <a:lstStyle/>
        <a:p>
          <a:endParaRPr lang="en-US"/>
        </a:p>
      </dgm:t>
    </dgm:pt>
    <dgm:pt modelId="{6F7B6497-D647-413E-972E-2344995D3901}" type="sibTrans" cxnId="{F0F33454-B918-40F9-AEF9-CE0C6AA01D20}">
      <dgm:prSet/>
      <dgm:spPr/>
      <dgm:t>
        <a:bodyPr/>
        <a:lstStyle/>
        <a:p>
          <a:endParaRPr lang="en-US"/>
        </a:p>
      </dgm:t>
    </dgm:pt>
    <dgm:pt modelId="{BE0DA0E3-31C8-49D2-AC8F-B929B22FE936}">
      <dgm:prSet/>
      <dgm:spPr/>
      <dgm:t>
        <a:bodyPr/>
        <a:lstStyle/>
        <a:p>
          <a:r>
            <a:rPr lang="en-GB"/>
            <a:t>Composite Structure Diagram</a:t>
          </a:r>
          <a:endParaRPr lang="en-US"/>
        </a:p>
      </dgm:t>
    </dgm:pt>
    <dgm:pt modelId="{022F573C-AB7D-46F8-ABA9-23AC7BC195B1}" type="parTrans" cxnId="{865C43C0-44D4-4D58-94E3-F333FFC07505}">
      <dgm:prSet/>
      <dgm:spPr/>
      <dgm:t>
        <a:bodyPr/>
        <a:lstStyle/>
        <a:p>
          <a:endParaRPr lang="en-US"/>
        </a:p>
      </dgm:t>
    </dgm:pt>
    <dgm:pt modelId="{2B6EBB0A-40F8-418C-A1B7-67FCBA889910}" type="sibTrans" cxnId="{865C43C0-44D4-4D58-94E3-F333FFC07505}">
      <dgm:prSet/>
      <dgm:spPr/>
      <dgm:t>
        <a:bodyPr/>
        <a:lstStyle/>
        <a:p>
          <a:endParaRPr lang="en-US"/>
        </a:p>
      </dgm:t>
    </dgm:pt>
    <dgm:pt modelId="{F149655D-0DBA-4EEB-B5AB-49810E22C364}" type="pres">
      <dgm:prSet presAssocID="{1FFE55A0-0317-4525-B9E3-FC70C35E1034}" presName="diagram" presStyleCnt="0">
        <dgm:presLayoutVars>
          <dgm:dir/>
          <dgm:resizeHandles val="exact"/>
        </dgm:presLayoutVars>
      </dgm:prSet>
      <dgm:spPr/>
    </dgm:pt>
    <dgm:pt modelId="{27FA07FD-3F54-4183-937F-095A591E57DE}" type="pres">
      <dgm:prSet presAssocID="{DEC5620B-EB8A-4EFE-B9A3-C615D250FA25}" presName="node" presStyleLbl="node1" presStyleIdx="0" presStyleCnt="6">
        <dgm:presLayoutVars>
          <dgm:bulletEnabled val="1"/>
        </dgm:presLayoutVars>
      </dgm:prSet>
      <dgm:spPr/>
    </dgm:pt>
    <dgm:pt modelId="{5EED3D2D-F51E-41C3-947C-D948F38B0AD1}" type="pres">
      <dgm:prSet presAssocID="{DF0AB402-48DC-4A37-9880-92FCE0E4E64E}" presName="sibTrans" presStyleCnt="0"/>
      <dgm:spPr/>
    </dgm:pt>
    <dgm:pt modelId="{6020C48C-84BD-452A-90AE-6DA35C6EA3B8}" type="pres">
      <dgm:prSet presAssocID="{EA934F04-956E-49A4-9B7D-9BA36E9B73FC}" presName="node" presStyleLbl="node1" presStyleIdx="1" presStyleCnt="6">
        <dgm:presLayoutVars>
          <dgm:bulletEnabled val="1"/>
        </dgm:presLayoutVars>
      </dgm:prSet>
      <dgm:spPr/>
    </dgm:pt>
    <dgm:pt modelId="{3D2CE112-2F7F-40CA-9D4C-9F1ED42EE637}" type="pres">
      <dgm:prSet presAssocID="{FF6A3C0C-387B-4207-B80E-2953B8A459C6}" presName="sibTrans" presStyleCnt="0"/>
      <dgm:spPr/>
    </dgm:pt>
    <dgm:pt modelId="{65370EEF-9B81-491E-806E-69BE84E8CE2F}" type="pres">
      <dgm:prSet presAssocID="{879740A1-2F6D-4469-9D6D-FDDA0AE49297}" presName="node" presStyleLbl="node1" presStyleIdx="2" presStyleCnt="6">
        <dgm:presLayoutVars>
          <dgm:bulletEnabled val="1"/>
        </dgm:presLayoutVars>
      </dgm:prSet>
      <dgm:spPr/>
    </dgm:pt>
    <dgm:pt modelId="{18A15A1E-7DB5-44AF-B44C-D20BB96D42B1}" type="pres">
      <dgm:prSet presAssocID="{CB5B7667-C894-44B6-95A2-88173353D407}" presName="sibTrans" presStyleCnt="0"/>
      <dgm:spPr/>
    </dgm:pt>
    <dgm:pt modelId="{F8C31E4B-5C8F-4536-B8D7-A870B15A5653}" type="pres">
      <dgm:prSet presAssocID="{86F47BD6-0004-42CE-9EBA-4743A1A041D1}" presName="node" presStyleLbl="node1" presStyleIdx="3" presStyleCnt="6">
        <dgm:presLayoutVars>
          <dgm:bulletEnabled val="1"/>
        </dgm:presLayoutVars>
      </dgm:prSet>
      <dgm:spPr/>
    </dgm:pt>
    <dgm:pt modelId="{CF4B86F9-3E86-4F0A-B18B-AA924B42FE96}" type="pres">
      <dgm:prSet presAssocID="{447016CF-F12B-40E6-80DD-5435C08D81BE}" presName="sibTrans" presStyleCnt="0"/>
      <dgm:spPr/>
    </dgm:pt>
    <dgm:pt modelId="{33C01493-BD32-4EA9-A985-080896F3DC2A}" type="pres">
      <dgm:prSet presAssocID="{28D6736C-D777-479A-B7D6-B452C7287FD1}" presName="node" presStyleLbl="node1" presStyleIdx="4" presStyleCnt="6">
        <dgm:presLayoutVars>
          <dgm:bulletEnabled val="1"/>
        </dgm:presLayoutVars>
      </dgm:prSet>
      <dgm:spPr/>
    </dgm:pt>
    <dgm:pt modelId="{ABB7A03E-1B6D-42FA-BE3F-865FC0CBB850}" type="pres">
      <dgm:prSet presAssocID="{6F7B6497-D647-413E-972E-2344995D3901}" presName="sibTrans" presStyleCnt="0"/>
      <dgm:spPr/>
    </dgm:pt>
    <dgm:pt modelId="{102EB79D-87D4-4931-AE11-E4949FCC6FAF}" type="pres">
      <dgm:prSet presAssocID="{BE0DA0E3-31C8-49D2-AC8F-B929B22FE936}" presName="node" presStyleLbl="node1" presStyleIdx="5" presStyleCnt="6">
        <dgm:presLayoutVars>
          <dgm:bulletEnabled val="1"/>
        </dgm:presLayoutVars>
      </dgm:prSet>
      <dgm:spPr/>
    </dgm:pt>
  </dgm:ptLst>
  <dgm:cxnLst>
    <dgm:cxn modelId="{FADBDA17-CCA2-441A-BA17-5A88BBE293B2}" srcId="{1FFE55A0-0317-4525-B9E3-FC70C35E1034}" destId="{879740A1-2F6D-4469-9D6D-FDDA0AE49297}" srcOrd="2" destOrd="0" parTransId="{E98C6615-7324-424D-A03D-6817B0465B1F}" sibTransId="{CB5B7667-C894-44B6-95A2-88173353D407}"/>
    <dgm:cxn modelId="{41087C36-2D5B-4C58-AA20-189C62C5CBF8}" type="presOf" srcId="{86F47BD6-0004-42CE-9EBA-4743A1A041D1}" destId="{F8C31E4B-5C8F-4536-B8D7-A870B15A5653}" srcOrd="0" destOrd="0" presId="urn:microsoft.com/office/officeart/2005/8/layout/default"/>
    <dgm:cxn modelId="{5DB60039-C636-4E09-ACB3-4778FF58C6F0}" type="presOf" srcId="{BE0DA0E3-31C8-49D2-AC8F-B929B22FE936}" destId="{102EB79D-87D4-4931-AE11-E4949FCC6FAF}" srcOrd="0" destOrd="0" presId="urn:microsoft.com/office/officeart/2005/8/layout/default"/>
    <dgm:cxn modelId="{F8F76949-E000-4962-88DC-E22840B9BF95}" type="presOf" srcId="{28D6736C-D777-479A-B7D6-B452C7287FD1}" destId="{33C01493-BD32-4EA9-A985-080896F3DC2A}" srcOrd="0" destOrd="0" presId="urn:microsoft.com/office/officeart/2005/8/layout/default"/>
    <dgm:cxn modelId="{1EF10F6C-2BC8-4BDE-9D68-BC1BAE05B4A2}" type="presOf" srcId="{DEC5620B-EB8A-4EFE-B9A3-C615D250FA25}" destId="{27FA07FD-3F54-4183-937F-095A591E57DE}" srcOrd="0" destOrd="0" presId="urn:microsoft.com/office/officeart/2005/8/layout/default"/>
    <dgm:cxn modelId="{F0F33454-B918-40F9-AEF9-CE0C6AA01D20}" srcId="{1FFE55A0-0317-4525-B9E3-FC70C35E1034}" destId="{28D6736C-D777-479A-B7D6-B452C7287FD1}" srcOrd="4" destOrd="0" parTransId="{16478F2D-D9C8-44CF-8F59-CF8A7D7337FE}" sibTransId="{6F7B6497-D647-413E-972E-2344995D3901}"/>
    <dgm:cxn modelId="{A358D588-2B5C-4071-9F97-162F6FCEF069}" type="presOf" srcId="{EA934F04-956E-49A4-9B7D-9BA36E9B73FC}" destId="{6020C48C-84BD-452A-90AE-6DA35C6EA3B8}" srcOrd="0" destOrd="0" presId="urn:microsoft.com/office/officeart/2005/8/layout/default"/>
    <dgm:cxn modelId="{FA98EF9B-BF22-4732-85AE-E366E9CEBF6E}" srcId="{1FFE55A0-0317-4525-B9E3-FC70C35E1034}" destId="{EA934F04-956E-49A4-9B7D-9BA36E9B73FC}" srcOrd="1" destOrd="0" parTransId="{CE96075E-9322-4009-B16C-F2F1E4894074}" sibTransId="{FF6A3C0C-387B-4207-B80E-2953B8A459C6}"/>
    <dgm:cxn modelId="{3A1161AF-B41D-4C81-9A7A-7C5DCABA1CBE}" type="presOf" srcId="{1FFE55A0-0317-4525-B9E3-FC70C35E1034}" destId="{F149655D-0DBA-4EEB-B5AB-49810E22C364}" srcOrd="0" destOrd="0" presId="urn:microsoft.com/office/officeart/2005/8/layout/default"/>
    <dgm:cxn modelId="{78FFF8B9-022D-43E3-AFD6-87A8FACB2A7A}" srcId="{1FFE55A0-0317-4525-B9E3-FC70C35E1034}" destId="{DEC5620B-EB8A-4EFE-B9A3-C615D250FA25}" srcOrd="0" destOrd="0" parTransId="{1DA48D7C-A1C5-41AF-9784-558DCD6A0FC2}" sibTransId="{DF0AB402-48DC-4A37-9880-92FCE0E4E64E}"/>
    <dgm:cxn modelId="{8E3D33BC-733B-4EBD-8FC8-9FB392F6CBB1}" type="presOf" srcId="{879740A1-2F6D-4469-9D6D-FDDA0AE49297}" destId="{65370EEF-9B81-491E-806E-69BE84E8CE2F}" srcOrd="0" destOrd="0" presId="urn:microsoft.com/office/officeart/2005/8/layout/default"/>
    <dgm:cxn modelId="{865C43C0-44D4-4D58-94E3-F333FFC07505}" srcId="{1FFE55A0-0317-4525-B9E3-FC70C35E1034}" destId="{BE0DA0E3-31C8-49D2-AC8F-B929B22FE936}" srcOrd="5" destOrd="0" parTransId="{022F573C-AB7D-46F8-ABA9-23AC7BC195B1}" sibTransId="{2B6EBB0A-40F8-418C-A1B7-67FCBA889910}"/>
    <dgm:cxn modelId="{E6B186CB-45E9-497C-8008-4FF4D438A17A}" srcId="{1FFE55A0-0317-4525-B9E3-FC70C35E1034}" destId="{86F47BD6-0004-42CE-9EBA-4743A1A041D1}" srcOrd="3" destOrd="0" parTransId="{0C3E43AC-D3BA-4FC7-835D-A5824D88DE5C}" sibTransId="{447016CF-F12B-40E6-80DD-5435C08D81BE}"/>
    <dgm:cxn modelId="{8A551295-4D73-4972-99B6-4841A2F8C52F}" type="presParOf" srcId="{F149655D-0DBA-4EEB-B5AB-49810E22C364}" destId="{27FA07FD-3F54-4183-937F-095A591E57DE}" srcOrd="0" destOrd="0" presId="urn:microsoft.com/office/officeart/2005/8/layout/default"/>
    <dgm:cxn modelId="{085600C5-8544-4C0E-816F-6A0BBD0DA260}" type="presParOf" srcId="{F149655D-0DBA-4EEB-B5AB-49810E22C364}" destId="{5EED3D2D-F51E-41C3-947C-D948F38B0AD1}" srcOrd="1" destOrd="0" presId="urn:microsoft.com/office/officeart/2005/8/layout/default"/>
    <dgm:cxn modelId="{94A01432-BFCD-4130-AB53-2A6E80EFD16B}" type="presParOf" srcId="{F149655D-0DBA-4EEB-B5AB-49810E22C364}" destId="{6020C48C-84BD-452A-90AE-6DA35C6EA3B8}" srcOrd="2" destOrd="0" presId="urn:microsoft.com/office/officeart/2005/8/layout/default"/>
    <dgm:cxn modelId="{B0F45E69-4096-43E6-A360-27EE351FA430}" type="presParOf" srcId="{F149655D-0DBA-4EEB-B5AB-49810E22C364}" destId="{3D2CE112-2F7F-40CA-9D4C-9F1ED42EE637}" srcOrd="3" destOrd="0" presId="urn:microsoft.com/office/officeart/2005/8/layout/default"/>
    <dgm:cxn modelId="{FFDAEEEF-9595-480C-B67A-33B015235936}" type="presParOf" srcId="{F149655D-0DBA-4EEB-B5AB-49810E22C364}" destId="{65370EEF-9B81-491E-806E-69BE84E8CE2F}" srcOrd="4" destOrd="0" presId="urn:microsoft.com/office/officeart/2005/8/layout/default"/>
    <dgm:cxn modelId="{07F41B39-0C59-4F40-B35D-73CC991D778B}" type="presParOf" srcId="{F149655D-0DBA-4EEB-B5AB-49810E22C364}" destId="{18A15A1E-7DB5-44AF-B44C-D20BB96D42B1}" srcOrd="5" destOrd="0" presId="urn:microsoft.com/office/officeart/2005/8/layout/default"/>
    <dgm:cxn modelId="{38697A4A-C0D8-4C45-A1A9-5B22E4BE9170}" type="presParOf" srcId="{F149655D-0DBA-4EEB-B5AB-49810E22C364}" destId="{F8C31E4B-5C8F-4536-B8D7-A870B15A5653}" srcOrd="6" destOrd="0" presId="urn:microsoft.com/office/officeart/2005/8/layout/default"/>
    <dgm:cxn modelId="{CFCD24D7-5F63-4D0A-AC9C-89A97A58F529}" type="presParOf" srcId="{F149655D-0DBA-4EEB-B5AB-49810E22C364}" destId="{CF4B86F9-3E86-4F0A-B18B-AA924B42FE96}" srcOrd="7" destOrd="0" presId="urn:microsoft.com/office/officeart/2005/8/layout/default"/>
    <dgm:cxn modelId="{81DF8709-F3A8-4E5F-B989-A0FC0B90E613}" type="presParOf" srcId="{F149655D-0DBA-4EEB-B5AB-49810E22C364}" destId="{33C01493-BD32-4EA9-A985-080896F3DC2A}" srcOrd="8" destOrd="0" presId="urn:microsoft.com/office/officeart/2005/8/layout/default"/>
    <dgm:cxn modelId="{602123E7-F29C-42EC-B0DC-41787F90520E}" type="presParOf" srcId="{F149655D-0DBA-4EEB-B5AB-49810E22C364}" destId="{ABB7A03E-1B6D-42FA-BE3F-865FC0CBB850}" srcOrd="9" destOrd="0" presId="urn:microsoft.com/office/officeart/2005/8/layout/default"/>
    <dgm:cxn modelId="{D90FE412-3208-46EA-8CD3-FC37ABCCA344}" type="presParOf" srcId="{F149655D-0DBA-4EEB-B5AB-49810E22C364}" destId="{102EB79D-87D4-4931-AE11-E4949FCC6FAF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59A66B-AF86-45B0-A317-0A0AA1FC4B0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2DD0EEC-AED1-4E76-936E-36B44BF7352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Most commonly used UML diagram</a:t>
          </a:r>
          <a:endParaRPr lang="en-US" sz="2400" dirty="0"/>
        </a:p>
      </dgm:t>
    </dgm:pt>
    <dgm:pt modelId="{01A913D5-A92E-4DB1-801D-87DEE242023D}" type="parTrans" cxnId="{E7DECCF1-DB89-4D63-8472-EE9DB4D82465}">
      <dgm:prSet/>
      <dgm:spPr/>
      <dgm:t>
        <a:bodyPr/>
        <a:lstStyle/>
        <a:p>
          <a:endParaRPr lang="en-US"/>
        </a:p>
      </dgm:t>
    </dgm:pt>
    <dgm:pt modelId="{8636A2E3-DAC3-4115-87AC-4868F02C2CD2}" type="sibTrans" cxnId="{E7DECCF1-DB89-4D63-8472-EE9DB4D8246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BEBEA0-3F14-435F-A088-8158AC8469D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Represents classes, attributes, methods &amp; relationships</a:t>
          </a:r>
          <a:endParaRPr lang="en-US" sz="2400" dirty="0"/>
        </a:p>
      </dgm:t>
    </dgm:pt>
    <dgm:pt modelId="{0E9C671A-34D8-403A-9344-ECC66FDAEACC}" type="parTrans" cxnId="{98569036-A17E-466E-89D0-7ED0686B3A60}">
      <dgm:prSet/>
      <dgm:spPr/>
      <dgm:t>
        <a:bodyPr/>
        <a:lstStyle/>
        <a:p>
          <a:endParaRPr lang="en-US"/>
        </a:p>
      </dgm:t>
    </dgm:pt>
    <dgm:pt modelId="{407A4860-8933-430A-93C3-08E67CB3AFB0}" type="sibTrans" cxnId="{98569036-A17E-466E-89D0-7ED0686B3A6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73ADDC6-2100-4D56-8AF2-0FE6CD4333E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Relationships include:</a:t>
          </a:r>
        </a:p>
        <a:p>
          <a:pPr>
            <a:lnSpc>
              <a:spcPct val="100000"/>
            </a:lnSpc>
          </a:pPr>
          <a:r>
            <a:rPr lang="en-GB" sz="2000" dirty="0"/>
            <a:t>Association</a:t>
          </a:r>
        </a:p>
        <a:p>
          <a:pPr>
            <a:lnSpc>
              <a:spcPct val="100000"/>
            </a:lnSpc>
          </a:pPr>
          <a:r>
            <a:rPr lang="en-GB" sz="2000" dirty="0"/>
            <a:t>Inheritance</a:t>
          </a:r>
        </a:p>
        <a:p>
          <a:pPr>
            <a:lnSpc>
              <a:spcPct val="100000"/>
            </a:lnSpc>
          </a:pPr>
          <a:r>
            <a:rPr lang="en-GB" sz="2000" dirty="0"/>
            <a:t>Aggregation</a:t>
          </a:r>
        </a:p>
        <a:p>
          <a:pPr>
            <a:lnSpc>
              <a:spcPct val="100000"/>
            </a:lnSpc>
          </a:pPr>
          <a:r>
            <a:rPr lang="en-GB" sz="2000" dirty="0"/>
            <a:t>composition</a:t>
          </a:r>
          <a:endParaRPr lang="en-US" sz="2000" dirty="0"/>
        </a:p>
      </dgm:t>
    </dgm:pt>
    <dgm:pt modelId="{D033ACA1-BF72-4F9B-AEFE-E1EDA2595F9D}" type="parTrans" cxnId="{F2665322-7CF3-4E5C-94A3-FFBC6118926B}">
      <dgm:prSet/>
      <dgm:spPr/>
      <dgm:t>
        <a:bodyPr/>
        <a:lstStyle/>
        <a:p>
          <a:endParaRPr lang="en-US"/>
        </a:p>
      </dgm:t>
    </dgm:pt>
    <dgm:pt modelId="{8D5AB963-D00F-48F9-8D2D-8142AD87E720}" type="sibTrans" cxnId="{F2665322-7CF3-4E5C-94A3-FFBC6118926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717191-CAEC-4DB8-B87F-DB841C8BEF2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Used for object-oriented design</a:t>
          </a:r>
          <a:endParaRPr lang="en-US" dirty="0"/>
        </a:p>
      </dgm:t>
    </dgm:pt>
    <dgm:pt modelId="{B26646F9-CBCB-408D-92CC-405DD242349C}" type="parTrans" cxnId="{EBDD720D-C31B-481E-8062-9F6BFE22E8BF}">
      <dgm:prSet/>
      <dgm:spPr/>
      <dgm:t>
        <a:bodyPr/>
        <a:lstStyle/>
        <a:p>
          <a:endParaRPr lang="en-US"/>
        </a:p>
      </dgm:t>
    </dgm:pt>
    <dgm:pt modelId="{06B35833-D89F-4BDA-893C-08D293F4A8CB}" type="sibTrans" cxnId="{EBDD720D-C31B-481E-8062-9F6BFE22E8BF}">
      <dgm:prSet/>
      <dgm:spPr/>
      <dgm:t>
        <a:bodyPr/>
        <a:lstStyle/>
        <a:p>
          <a:endParaRPr lang="en-US"/>
        </a:p>
      </dgm:t>
    </dgm:pt>
    <dgm:pt modelId="{E310D3D6-DE28-4023-A04D-AA40542270EB}" type="pres">
      <dgm:prSet presAssocID="{2A59A66B-AF86-45B0-A317-0A0AA1FC4B08}" presName="root" presStyleCnt="0">
        <dgm:presLayoutVars>
          <dgm:dir/>
          <dgm:resizeHandles val="exact"/>
        </dgm:presLayoutVars>
      </dgm:prSet>
      <dgm:spPr/>
    </dgm:pt>
    <dgm:pt modelId="{7D8C0C9F-F6F9-4D80-9B20-3357C5578105}" type="pres">
      <dgm:prSet presAssocID="{2A59A66B-AF86-45B0-A317-0A0AA1FC4B08}" presName="container" presStyleCnt="0">
        <dgm:presLayoutVars>
          <dgm:dir/>
          <dgm:resizeHandles val="exact"/>
        </dgm:presLayoutVars>
      </dgm:prSet>
      <dgm:spPr/>
    </dgm:pt>
    <dgm:pt modelId="{C1F1BAAE-68A9-4778-AC71-E2767EF8FEB8}" type="pres">
      <dgm:prSet presAssocID="{52DD0EEC-AED1-4E76-936E-36B44BF73528}" presName="compNode" presStyleCnt="0"/>
      <dgm:spPr/>
    </dgm:pt>
    <dgm:pt modelId="{687A92F3-7207-4DC5-B40E-151D17F2E251}" type="pres">
      <dgm:prSet presAssocID="{52DD0EEC-AED1-4E76-936E-36B44BF73528}" presName="iconBgRect" presStyleLbl="bgShp" presStyleIdx="0" presStyleCnt="4"/>
      <dgm:spPr/>
    </dgm:pt>
    <dgm:pt modelId="{74A61C5E-615A-45F5-991C-A6DCEAFDCD18}" type="pres">
      <dgm:prSet presAssocID="{52DD0EEC-AED1-4E76-936E-36B44BF7352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 with solid fill"/>
        </a:ext>
      </dgm:extLst>
    </dgm:pt>
    <dgm:pt modelId="{660C84EC-4B7B-4E6D-A14C-B81CBAA0853D}" type="pres">
      <dgm:prSet presAssocID="{52DD0EEC-AED1-4E76-936E-36B44BF73528}" presName="spaceRect" presStyleCnt="0"/>
      <dgm:spPr/>
    </dgm:pt>
    <dgm:pt modelId="{D8DF06F2-6042-4283-A761-DCE068ED0ECC}" type="pres">
      <dgm:prSet presAssocID="{52DD0EEC-AED1-4E76-936E-36B44BF73528}" presName="textRect" presStyleLbl="revTx" presStyleIdx="0" presStyleCnt="4">
        <dgm:presLayoutVars>
          <dgm:chMax val="1"/>
          <dgm:chPref val="1"/>
        </dgm:presLayoutVars>
      </dgm:prSet>
      <dgm:spPr/>
    </dgm:pt>
    <dgm:pt modelId="{B9283308-7035-425B-95CF-6A4557857A67}" type="pres">
      <dgm:prSet presAssocID="{8636A2E3-DAC3-4115-87AC-4868F02C2CD2}" presName="sibTrans" presStyleLbl="sibTrans2D1" presStyleIdx="0" presStyleCnt="0"/>
      <dgm:spPr/>
    </dgm:pt>
    <dgm:pt modelId="{88B00DCF-612F-45F7-AABE-CA691F81AF79}" type="pres">
      <dgm:prSet presAssocID="{E5BEBEA0-3F14-435F-A088-8158AC8469D0}" presName="compNode" presStyleCnt="0"/>
      <dgm:spPr/>
    </dgm:pt>
    <dgm:pt modelId="{53B410B5-1052-4F47-9477-22B27C4184A2}" type="pres">
      <dgm:prSet presAssocID="{E5BEBEA0-3F14-435F-A088-8158AC8469D0}" presName="iconBgRect" presStyleLbl="bgShp" presStyleIdx="1" presStyleCnt="4"/>
      <dgm:spPr/>
    </dgm:pt>
    <dgm:pt modelId="{CAC31F00-102D-4B51-8075-55B13E8AB757}" type="pres">
      <dgm:prSet presAssocID="{E5BEBEA0-3F14-435F-A088-8158AC8469D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be with solid fill"/>
        </a:ext>
      </dgm:extLst>
    </dgm:pt>
    <dgm:pt modelId="{AA527ABB-AF6A-4368-A61E-3ADFBD850AE6}" type="pres">
      <dgm:prSet presAssocID="{E5BEBEA0-3F14-435F-A088-8158AC8469D0}" presName="spaceRect" presStyleCnt="0"/>
      <dgm:spPr/>
    </dgm:pt>
    <dgm:pt modelId="{1B7076CF-43DF-4D96-A67D-AB6BA4C8D7CB}" type="pres">
      <dgm:prSet presAssocID="{E5BEBEA0-3F14-435F-A088-8158AC8469D0}" presName="textRect" presStyleLbl="revTx" presStyleIdx="1" presStyleCnt="4">
        <dgm:presLayoutVars>
          <dgm:chMax val="1"/>
          <dgm:chPref val="1"/>
        </dgm:presLayoutVars>
      </dgm:prSet>
      <dgm:spPr/>
    </dgm:pt>
    <dgm:pt modelId="{EEEC85E9-5F69-4CAE-90BB-BA7BEDA5EA73}" type="pres">
      <dgm:prSet presAssocID="{407A4860-8933-430A-93C3-08E67CB3AFB0}" presName="sibTrans" presStyleLbl="sibTrans2D1" presStyleIdx="0" presStyleCnt="0"/>
      <dgm:spPr/>
    </dgm:pt>
    <dgm:pt modelId="{6D482D81-7614-4AA0-83B3-5A2DC6BA9ABA}" type="pres">
      <dgm:prSet presAssocID="{773ADDC6-2100-4D56-8AF2-0FE6CD4333EE}" presName="compNode" presStyleCnt="0"/>
      <dgm:spPr/>
    </dgm:pt>
    <dgm:pt modelId="{EC12516E-2B40-4774-B93F-EE1414444395}" type="pres">
      <dgm:prSet presAssocID="{773ADDC6-2100-4D56-8AF2-0FE6CD4333EE}" presName="iconBgRect" presStyleLbl="bgShp" presStyleIdx="2" presStyleCnt="4"/>
      <dgm:spPr/>
    </dgm:pt>
    <dgm:pt modelId="{B6A1CAF1-067B-4B14-8D2B-F80F8DD01D88}" type="pres">
      <dgm:prSet presAssocID="{773ADDC6-2100-4D56-8AF2-0FE6CD4333E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F9A49523-40EE-41DA-949C-018C6C13FACF}" type="pres">
      <dgm:prSet presAssocID="{773ADDC6-2100-4D56-8AF2-0FE6CD4333EE}" presName="spaceRect" presStyleCnt="0"/>
      <dgm:spPr/>
    </dgm:pt>
    <dgm:pt modelId="{EA866704-7956-44C1-8442-DF47D658C874}" type="pres">
      <dgm:prSet presAssocID="{773ADDC6-2100-4D56-8AF2-0FE6CD4333EE}" presName="textRect" presStyleLbl="revTx" presStyleIdx="2" presStyleCnt="4">
        <dgm:presLayoutVars>
          <dgm:chMax val="1"/>
          <dgm:chPref val="1"/>
        </dgm:presLayoutVars>
      </dgm:prSet>
      <dgm:spPr/>
    </dgm:pt>
    <dgm:pt modelId="{37E16887-B940-4FC1-BC19-7A3C75329D84}" type="pres">
      <dgm:prSet presAssocID="{8D5AB963-D00F-48F9-8D2D-8142AD87E720}" presName="sibTrans" presStyleLbl="sibTrans2D1" presStyleIdx="0" presStyleCnt="0"/>
      <dgm:spPr/>
    </dgm:pt>
    <dgm:pt modelId="{3D8FD191-BD96-41C5-BB30-2AB57BA00540}" type="pres">
      <dgm:prSet presAssocID="{E1717191-CAEC-4DB8-B87F-DB841C8BEF23}" presName="compNode" presStyleCnt="0"/>
      <dgm:spPr/>
    </dgm:pt>
    <dgm:pt modelId="{8DE09445-187F-457F-90C1-A6F8E34C50EB}" type="pres">
      <dgm:prSet presAssocID="{E1717191-CAEC-4DB8-B87F-DB841C8BEF23}" presName="iconBgRect" presStyleLbl="bgShp" presStyleIdx="3" presStyleCnt="4"/>
      <dgm:spPr/>
    </dgm:pt>
    <dgm:pt modelId="{BC3A032C-6AF3-434F-B134-BA656C6DA6D4}" type="pres">
      <dgm:prSet presAssocID="{E1717191-CAEC-4DB8-B87F-DB841C8BEF2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vered plate with solid fill"/>
        </a:ext>
      </dgm:extLst>
    </dgm:pt>
    <dgm:pt modelId="{6C2CE891-FFF3-4169-B920-A8452639ACE9}" type="pres">
      <dgm:prSet presAssocID="{E1717191-CAEC-4DB8-B87F-DB841C8BEF23}" presName="spaceRect" presStyleCnt="0"/>
      <dgm:spPr/>
    </dgm:pt>
    <dgm:pt modelId="{6E78F26C-3536-4CA6-A77A-03B4DBD0167A}" type="pres">
      <dgm:prSet presAssocID="{E1717191-CAEC-4DB8-B87F-DB841C8BEF2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BDD720D-C31B-481E-8062-9F6BFE22E8BF}" srcId="{2A59A66B-AF86-45B0-A317-0A0AA1FC4B08}" destId="{E1717191-CAEC-4DB8-B87F-DB841C8BEF23}" srcOrd="3" destOrd="0" parTransId="{B26646F9-CBCB-408D-92CC-405DD242349C}" sibTransId="{06B35833-D89F-4BDA-893C-08D293F4A8CB}"/>
    <dgm:cxn modelId="{F2665322-7CF3-4E5C-94A3-FFBC6118926B}" srcId="{2A59A66B-AF86-45B0-A317-0A0AA1FC4B08}" destId="{773ADDC6-2100-4D56-8AF2-0FE6CD4333EE}" srcOrd="2" destOrd="0" parTransId="{D033ACA1-BF72-4F9B-AEFE-E1EDA2595F9D}" sibTransId="{8D5AB963-D00F-48F9-8D2D-8142AD87E720}"/>
    <dgm:cxn modelId="{98569036-A17E-466E-89D0-7ED0686B3A60}" srcId="{2A59A66B-AF86-45B0-A317-0A0AA1FC4B08}" destId="{E5BEBEA0-3F14-435F-A088-8158AC8469D0}" srcOrd="1" destOrd="0" parTransId="{0E9C671A-34D8-403A-9344-ECC66FDAEACC}" sibTransId="{407A4860-8933-430A-93C3-08E67CB3AFB0}"/>
    <dgm:cxn modelId="{C79D8344-07C9-4BE4-B2D1-B9F9327F4EDF}" type="presOf" srcId="{52DD0EEC-AED1-4E76-936E-36B44BF73528}" destId="{D8DF06F2-6042-4283-A761-DCE068ED0ECC}" srcOrd="0" destOrd="0" presId="urn:microsoft.com/office/officeart/2018/2/layout/IconCircleList"/>
    <dgm:cxn modelId="{A225C778-E628-4EA3-9FF2-C93E0D1BFDCE}" type="presOf" srcId="{E1717191-CAEC-4DB8-B87F-DB841C8BEF23}" destId="{6E78F26C-3536-4CA6-A77A-03B4DBD0167A}" srcOrd="0" destOrd="0" presId="urn:microsoft.com/office/officeart/2018/2/layout/IconCircleList"/>
    <dgm:cxn modelId="{22191E81-EBF9-4153-AF61-152B9B95ACE5}" type="presOf" srcId="{8636A2E3-DAC3-4115-87AC-4868F02C2CD2}" destId="{B9283308-7035-425B-95CF-6A4557857A67}" srcOrd="0" destOrd="0" presId="urn:microsoft.com/office/officeart/2018/2/layout/IconCircleList"/>
    <dgm:cxn modelId="{03A42B9B-F14F-4C68-B9CB-BD2D49C1DCBB}" type="presOf" srcId="{8D5AB963-D00F-48F9-8D2D-8142AD87E720}" destId="{37E16887-B940-4FC1-BC19-7A3C75329D84}" srcOrd="0" destOrd="0" presId="urn:microsoft.com/office/officeart/2018/2/layout/IconCircleList"/>
    <dgm:cxn modelId="{199DC7A5-8FA5-4226-AD76-AD6410B3F487}" type="presOf" srcId="{407A4860-8933-430A-93C3-08E67CB3AFB0}" destId="{EEEC85E9-5F69-4CAE-90BB-BA7BEDA5EA73}" srcOrd="0" destOrd="0" presId="urn:microsoft.com/office/officeart/2018/2/layout/IconCircleList"/>
    <dgm:cxn modelId="{E0DBEAA8-218E-48AE-B5FD-149242EC1C9F}" type="presOf" srcId="{E5BEBEA0-3F14-435F-A088-8158AC8469D0}" destId="{1B7076CF-43DF-4D96-A67D-AB6BA4C8D7CB}" srcOrd="0" destOrd="0" presId="urn:microsoft.com/office/officeart/2018/2/layout/IconCircleList"/>
    <dgm:cxn modelId="{AADE09AA-7FA6-48E9-BA37-C744EF5856B7}" type="presOf" srcId="{2A59A66B-AF86-45B0-A317-0A0AA1FC4B08}" destId="{E310D3D6-DE28-4023-A04D-AA40542270EB}" srcOrd="0" destOrd="0" presId="urn:microsoft.com/office/officeart/2018/2/layout/IconCircleList"/>
    <dgm:cxn modelId="{CD1441AF-070E-4EB1-A15A-8475CBBA19C5}" type="presOf" srcId="{773ADDC6-2100-4D56-8AF2-0FE6CD4333EE}" destId="{EA866704-7956-44C1-8442-DF47D658C874}" srcOrd="0" destOrd="0" presId="urn:microsoft.com/office/officeart/2018/2/layout/IconCircleList"/>
    <dgm:cxn modelId="{E7DECCF1-DB89-4D63-8472-EE9DB4D82465}" srcId="{2A59A66B-AF86-45B0-A317-0A0AA1FC4B08}" destId="{52DD0EEC-AED1-4E76-936E-36B44BF73528}" srcOrd="0" destOrd="0" parTransId="{01A913D5-A92E-4DB1-801D-87DEE242023D}" sibTransId="{8636A2E3-DAC3-4115-87AC-4868F02C2CD2}"/>
    <dgm:cxn modelId="{9D9CB1AA-0F2A-44F3-BD9F-C2E881F918C8}" type="presParOf" srcId="{E310D3D6-DE28-4023-A04D-AA40542270EB}" destId="{7D8C0C9F-F6F9-4D80-9B20-3357C5578105}" srcOrd="0" destOrd="0" presId="urn:microsoft.com/office/officeart/2018/2/layout/IconCircleList"/>
    <dgm:cxn modelId="{4D9EF36B-0951-44C6-A7FB-895F7FC3E84B}" type="presParOf" srcId="{7D8C0C9F-F6F9-4D80-9B20-3357C5578105}" destId="{C1F1BAAE-68A9-4778-AC71-E2767EF8FEB8}" srcOrd="0" destOrd="0" presId="urn:microsoft.com/office/officeart/2018/2/layout/IconCircleList"/>
    <dgm:cxn modelId="{C099C7FE-E894-4144-9CC9-23876AC8E1F3}" type="presParOf" srcId="{C1F1BAAE-68A9-4778-AC71-E2767EF8FEB8}" destId="{687A92F3-7207-4DC5-B40E-151D17F2E251}" srcOrd="0" destOrd="0" presId="urn:microsoft.com/office/officeart/2018/2/layout/IconCircleList"/>
    <dgm:cxn modelId="{8D0DFBB2-436D-48B4-83F2-A2AF127A98DB}" type="presParOf" srcId="{C1F1BAAE-68A9-4778-AC71-E2767EF8FEB8}" destId="{74A61C5E-615A-45F5-991C-A6DCEAFDCD18}" srcOrd="1" destOrd="0" presId="urn:microsoft.com/office/officeart/2018/2/layout/IconCircleList"/>
    <dgm:cxn modelId="{BB019853-73D0-47EC-962E-A20CE8E1B835}" type="presParOf" srcId="{C1F1BAAE-68A9-4778-AC71-E2767EF8FEB8}" destId="{660C84EC-4B7B-4E6D-A14C-B81CBAA0853D}" srcOrd="2" destOrd="0" presId="urn:microsoft.com/office/officeart/2018/2/layout/IconCircleList"/>
    <dgm:cxn modelId="{C2F1DFCB-EE13-475B-811F-70BB673CF18A}" type="presParOf" srcId="{C1F1BAAE-68A9-4778-AC71-E2767EF8FEB8}" destId="{D8DF06F2-6042-4283-A761-DCE068ED0ECC}" srcOrd="3" destOrd="0" presId="urn:microsoft.com/office/officeart/2018/2/layout/IconCircleList"/>
    <dgm:cxn modelId="{574C5C8B-561E-4D03-8D8C-2A3644362D80}" type="presParOf" srcId="{7D8C0C9F-F6F9-4D80-9B20-3357C5578105}" destId="{B9283308-7035-425B-95CF-6A4557857A67}" srcOrd="1" destOrd="0" presId="urn:microsoft.com/office/officeart/2018/2/layout/IconCircleList"/>
    <dgm:cxn modelId="{B4EA3799-10A7-43CE-A5F8-5AC6F70B599B}" type="presParOf" srcId="{7D8C0C9F-F6F9-4D80-9B20-3357C5578105}" destId="{88B00DCF-612F-45F7-AABE-CA691F81AF79}" srcOrd="2" destOrd="0" presId="urn:microsoft.com/office/officeart/2018/2/layout/IconCircleList"/>
    <dgm:cxn modelId="{27955940-FCBB-42E7-99ED-4BB68E5E0FAA}" type="presParOf" srcId="{88B00DCF-612F-45F7-AABE-CA691F81AF79}" destId="{53B410B5-1052-4F47-9477-22B27C4184A2}" srcOrd="0" destOrd="0" presId="urn:microsoft.com/office/officeart/2018/2/layout/IconCircleList"/>
    <dgm:cxn modelId="{FAD89E1A-833F-4977-AECE-F13EEA393962}" type="presParOf" srcId="{88B00DCF-612F-45F7-AABE-CA691F81AF79}" destId="{CAC31F00-102D-4B51-8075-55B13E8AB757}" srcOrd="1" destOrd="0" presId="urn:microsoft.com/office/officeart/2018/2/layout/IconCircleList"/>
    <dgm:cxn modelId="{D8D44281-F5B8-4D56-9160-99B5043582B1}" type="presParOf" srcId="{88B00DCF-612F-45F7-AABE-CA691F81AF79}" destId="{AA527ABB-AF6A-4368-A61E-3ADFBD850AE6}" srcOrd="2" destOrd="0" presId="urn:microsoft.com/office/officeart/2018/2/layout/IconCircleList"/>
    <dgm:cxn modelId="{FB3EDF62-0629-43B6-9ABF-E8EA5012E5E5}" type="presParOf" srcId="{88B00DCF-612F-45F7-AABE-CA691F81AF79}" destId="{1B7076CF-43DF-4D96-A67D-AB6BA4C8D7CB}" srcOrd="3" destOrd="0" presId="urn:microsoft.com/office/officeart/2018/2/layout/IconCircleList"/>
    <dgm:cxn modelId="{2CB2C4E7-0C65-46AB-BB33-AF4399575ACA}" type="presParOf" srcId="{7D8C0C9F-F6F9-4D80-9B20-3357C5578105}" destId="{EEEC85E9-5F69-4CAE-90BB-BA7BEDA5EA73}" srcOrd="3" destOrd="0" presId="urn:microsoft.com/office/officeart/2018/2/layout/IconCircleList"/>
    <dgm:cxn modelId="{41EB5559-FB15-4795-9656-69F8D24EF61E}" type="presParOf" srcId="{7D8C0C9F-F6F9-4D80-9B20-3357C5578105}" destId="{6D482D81-7614-4AA0-83B3-5A2DC6BA9ABA}" srcOrd="4" destOrd="0" presId="urn:microsoft.com/office/officeart/2018/2/layout/IconCircleList"/>
    <dgm:cxn modelId="{709D2E6D-3A5F-4EF6-B83C-AD469E8C7CB3}" type="presParOf" srcId="{6D482D81-7614-4AA0-83B3-5A2DC6BA9ABA}" destId="{EC12516E-2B40-4774-B93F-EE1414444395}" srcOrd="0" destOrd="0" presId="urn:microsoft.com/office/officeart/2018/2/layout/IconCircleList"/>
    <dgm:cxn modelId="{D06E933A-CEA3-4487-AA12-A03531437026}" type="presParOf" srcId="{6D482D81-7614-4AA0-83B3-5A2DC6BA9ABA}" destId="{B6A1CAF1-067B-4B14-8D2B-F80F8DD01D88}" srcOrd="1" destOrd="0" presId="urn:microsoft.com/office/officeart/2018/2/layout/IconCircleList"/>
    <dgm:cxn modelId="{5B11A47C-B942-4EA3-8EE3-4610D6E71BD3}" type="presParOf" srcId="{6D482D81-7614-4AA0-83B3-5A2DC6BA9ABA}" destId="{F9A49523-40EE-41DA-949C-018C6C13FACF}" srcOrd="2" destOrd="0" presId="urn:microsoft.com/office/officeart/2018/2/layout/IconCircleList"/>
    <dgm:cxn modelId="{6C6BA275-94C1-46BD-BA7A-3F46AAFF8DFD}" type="presParOf" srcId="{6D482D81-7614-4AA0-83B3-5A2DC6BA9ABA}" destId="{EA866704-7956-44C1-8442-DF47D658C874}" srcOrd="3" destOrd="0" presId="urn:microsoft.com/office/officeart/2018/2/layout/IconCircleList"/>
    <dgm:cxn modelId="{C8084BA6-1C16-45B9-8CD9-B193BC3A37B7}" type="presParOf" srcId="{7D8C0C9F-F6F9-4D80-9B20-3357C5578105}" destId="{37E16887-B940-4FC1-BC19-7A3C75329D84}" srcOrd="5" destOrd="0" presId="urn:microsoft.com/office/officeart/2018/2/layout/IconCircleList"/>
    <dgm:cxn modelId="{A551CC60-96EE-4F26-BBC4-B5338E70722C}" type="presParOf" srcId="{7D8C0C9F-F6F9-4D80-9B20-3357C5578105}" destId="{3D8FD191-BD96-41C5-BB30-2AB57BA00540}" srcOrd="6" destOrd="0" presId="urn:microsoft.com/office/officeart/2018/2/layout/IconCircleList"/>
    <dgm:cxn modelId="{C5ADE775-C7D3-49B9-8235-DBD057165084}" type="presParOf" srcId="{3D8FD191-BD96-41C5-BB30-2AB57BA00540}" destId="{8DE09445-187F-457F-90C1-A6F8E34C50EB}" srcOrd="0" destOrd="0" presId="urn:microsoft.com/office/officeart/2018/2/layout/IconCircleList"/>
    <dgm:cxn modelId="{C79F5A5F-8015-405F-A8B9-8197E915D39A}" type="presParOf" srcId="{3D8FD191-BD96-41C5-BB30-2AB57BA00540}" destId="{BC3A032C-6AF3-434F-B134-BA656C6DA6D4}" srcOrd="1" destOrd="0" presId="urn:microsoft.com/office/officeart/2018/2/layout/IconCircleList"/>
    <dgm:cxn modelId="{54DDC780-A2BF-4193-B5E2-1B398BF55968}" type="presParOf" srcId="{3D8FD191-BD96-41C5-BB30-2AB57BA00540}" destId="{6C2CE891-FFF3-4169-B920-A8452639ACE9}" srcOrd="2" destOrd="0" presId="urn:microsoft.com/office/officeart/2018/2/layout/IconCircleList"/>
    <dgm:cxn modelId="{947A6D9A-F0BF-47A2-9762-6E77FAF3AC03}" type="presParOf" srcId="{3D8FD191-BD96-41C5-BB30-2AB57BA00540}" destId="{6E78F26C-3536-4CA6-A77A-03B4DBD0167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A59A66B-AF86-45B0-A317-0A0AA1FC4B0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2DD0EEC-AED1-4E76-936E-36B44BF7352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Shows instances of classes at a particular moment</a:t>
          </a:r>
          <a:endParaRPr lang="en-US"/>
        </a:p>
      </dgm:t>
    </dgm:pt>
    <dgm:pt modelId="{01A913D5-A92E-4DB1-801D-87DEE242023D}" type="parTrans" cxnId="{E7DECCF1-DB89-4D63-8472-EE9DB4D82465}">
      <dgm:prSet/>
      <dgm:spPr/>
      <dgm:t>
        <a:bodyPr/>
        <a:lstStyle/>
        <a:p>
          <a:endParaRPr lang="en-US"/>
        </a:p>
      </dgm:t>
    </dgm:pt>
    <dgm:pt modelId="{8636A2E3-DAC3-4115-87AC-4868F02C2CD2}" type="sibTrans" cxnId="{E7DECCF1-DB89-4D63-8472-EE9DB4D8246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BEBEA0-3F14-435F-A088-8158AC8469D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Represents real objects created from class</a:t>
          </a:r>
          <a:endParaRPr lang="en-US"/>
        </a:p>
      </dgm:t>
    </dgm:pt>
    <dgm:pt modelId="{0E9C671A-34D8-403A-9344-ECC66FDAEACC}" type="parTrans" cxnId="{98569036-A17E-466E-89D0-7ED0686B3A60}">
      <dgm:prSet/>
      <dgm:spPr/>
      <dgm:t>
        <a:bodyPr/>
        <a:lstStyle/>
        <a:p>
          <a:endParaRPr lang="en-US"/>
        </a:p>
      </dgm:t>
    </dgm:pt>
    <dgm:pt modelId="{407A4860-8933-430A-93C3-08E67CB3AFB0}" type="sibTrans" cxnId="{98569036-A17E-466E-89D0-7ED0686B3A6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73ADDC6-2100-4D56-8AF2-0FE6CD4333E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Used to understand data structures &amp; object relationships</a:t>
          </a:r>
          <a:endParaRPr lang="en-US"/>
        </a:p>
      </dgm:t>
    </dgm:pt>
    <dgm:pt modelId="{D033ACA1-BF72-4F9B-AEFE-E1EDA2595F9D}" type="parTrans" cxnId="{F2665322-7CF3-4E5C-94A3-FFBC6118926B}">
      <dgm:prSet/>
      <dgm:spPr/>
      <dgm:t>
        <a:bodyPr/>
        <a:lstStyle/>
        <a:p>
          <a:endParaRPr lang="en-US"/>
        </a:p>
      </dgm:t>
    </dgm:pt>
    <dgm:pt modelId="{8D5AB963-D00F-48F9-8D2D-8142AD87E720}" type="sibTrans" cxnId="{F2665322-7CF3-4E5C-94A3-FFBC6118926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717191-CAEC-4DB8-B87F-DB841C8BEF2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Show how objects interact in the system</a:t>
          </a:r>
          <a:endParaRPr lang="en-US"/>
        </a:p>
      </dgm:t>
    </dgm:pt>
    <dgm:pt modelId="{B26646F9-CBCB-408D-92CC-405DD242349C}" type="parTrans" cxnId="{EBDD720D-C31B-481E-8062-9F6BFE22E8BF}">
      <dgm:prSet/>
      <dgm:spPr/>
      <dgm:t>
        <a:bodyPr/>
        <a:lstStyle/>
        <a:p>
          <a:endParaRPr lang="en-US"/>
        </a:p>
      </dgm:t>
    </dgm:pt>
    <dgm:pt modelId="{06B35833-D89F-4BDA-893C-08D293F4A8CB}" type="sibTrans" cxnId="{EBDD720D-C31B-481E-8062-9F6BFE22E8BF}">
      <dgm:prSet/>
      <dgm:spPr/>
      <dgm:t>
        <a:bodyPr/>
        <a:lstStyle/>
        <a:p>
          <a:endParaRPr lang="en-US"/>
        </a:p>
      </dgm:t>
    </dgm:pt>
    <dgm:pt modelId="{E310D3D6-DE28-4023-A04D-AA40542270EB}" type="pres">
      <dgm:prSet presAssocID="{2A59A66B-AF86-45B0-A317-0A0AA1FC4B08}" presName="root" presStyleCnt="0">
        <dgm:presLayoutVars>
          <dgm:dir/>
          <dgm:resizeHandles val="exact"/>
        </dgm:presLayoutVars>
      </dgm:prSet>
      <dgm:spPr/>
    </dgm:pt>
    <dgm:pt modelId="{7D8C0C9F-F6F9-4D80-9B20-3357C5578105}" type="pres">
      <dgm:prSet presAssocID="{2A59A66B-AF86-45B0-A317-0A0AA1FC4B08}" presName="container" presStyleCnt="0">
        <dgm:presLayoutVars>
          <dgm:dir/>
          <dgm:resizeHandles val="exact"/>
        </dgm:presLayoutVars>
      </dgm:prSet>
      <dgm:spPr/>
    </dgm:pt>
    <dgm:pt modelId="{C1F1BAAE-68A9-4778-AC71-E2767EF8FEB8}" type="pres">
      <dgm:prSet presAssocID="{52DD0EEC-AED1-4E76-936E-36B44BF73528}" presName="compNode" presStyleCnt="0"/>
      <dgm:spPr/>
    </dgm:pt>
    <dgm:pt modelId="{687A92F3-7207-4DC5-B40E-151D17F2E251}" type="pres">
      <dgm:prSet presAssocID="{52DD0EEC-AED1-4E76-936E-36B44BF73528}" presName="iconBgRect" presStyleLbl="bgShp" presStyleIdx="0" presStyleCnt="4"/>
      <dgm:spPr/>
    </dgm:pt>
    <dgm:pt modelId="{74A61C5E-615A-45F5-991C-A6DCEAFDCD18}" type="pres">
      <dgm:prSet presAssocID="{52DD0EEC-AED1-4E76-936E-36B44BF7352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60C84EC-4B7B-4E6D-A14C-B81CBAA0853D}" type="pres">
      <dgm:prSet presAssocID="{52DD0EEC-AED1-4E76-936E-36B44BF73528}" presName="spaceRect" presStyleCnt="0"/>
      <dgm:spPr/>
    </dgm:pt>
    <dgm:pt modelId="{D8DF06F2-6042-4283-A761-DCE068ED0ECC}" type="pres">
      <dgm:prSet presAssocID="{52DD0EEC-AED1-4E76-936E-36B44BF73528}" presName="textRect" presStyleLbl="revTx" presStyleIdx="0" presStyleCnt="4">
        <dgm:presLayoutVars>
          <dgm:chMax val="1"/>
          <dgm:chPref val="1"/>
        </dgm:presLayoutVars>
      </dgm:prSet>
      <dgm:spPr/>
    </dgm:pt>
    <dgm:pt modelId="{B9283308-7035-425B-95CF-6A4557857A67}" type="pres">
      <dgm:prSet presAssocID="{8636A2E3-DAC3-4115-87AC-4868F02C2CD2}" presName="sibTrans" presStyleLbl="sibTrans2D1" presStyleIdx="0" presStyleCnt="0"/>
      <dgm:spPr/>
    </dgm:pt>
    <dgm:pt modelId="{88B00DCF-612F-45F7-AABE-CA691F81AF79}" type="pres">
      <dgm:prSet presAssocID="{E5BEBEA0-3F14-435F-A088-8158AC8469D0}" presName="compNode" presStyleCnt="0"/>
      <dgm:spPr/>
    </dgm:pt>
    <dgm:pt modelId="{53B410B5-1052-4F47-9477-22B27C4184A2}" type="pres">
      <dgm:prSet presAssocID="{E5BEBEA0-3F14-435F-A088-8158AC8469D0}" presName="iconBgRect" presStyleLbl="bgShp" presStyleIdx="1" presStyleCnt="4"/>
      <dgm:spPr/>
    </dgm:pt>
    <dgm:pt modelId="{CAC31F00-102D-4B51-8075-55B13E8AB757}" type="pres">
      <dgm:prSet presAssocID="{E5BEBEA0-3F14-435F-A088-8158AC8469D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 with solid fill"/>
        </a:ext>
      </dgm:extLst>
    </dgm:pt>
    <dgm:pt modelId="{AA527ABB-AF6A-4368-A61E-3ADFBD850AE6}" type="pres">
      <dgm:prSet presAssocID="{E5BEBEA0-3F14-435F-A088-8158AC8469D0}" presName="spaceRect" presStyleCnt="0"/>
      <dgm:spPr/>
    </dgm:pt>
    <dgm:pt modelId="{1B7076CF-43DF-4D96-A67D-AB6BA4C8D7CB}" type="pres">
      <dgm:prSet presAssocID="{E5BEBEA0-3F14-435F-A088-8158AC8469D0}" presName="textRect" presStyleLbl="revTx" presStyleIdx="1" presStyleCnt="4">
        <dgm:presLayoutVars>
          <dgm:chMax val="1"/>
          <dgm:chPref val="1"/>
        </dgm:presLayoutVars>
      </dgm:prSet>
      <dgm:spPr/>
    </dgm:pt>
    <dgm:pt modelId="{EEEC85E9-5F69-4CAE-90BB-BA7BEDA5EA73}" type="pres">
      <dgm:prSet presAssocID="{407A4860-8933-430A-93C3-08E67CB3AFB0}" presName="sibTrans" presStyleLbl="sibTrans2D1" presStyleIdx="0" presStyleCnt="0"/>
      <dgm:spPr/>
    </dgm:pt>
    <dgm:pt modelId="{6D482D81-7614-4AA0-83B3-5A2DC6BA9ABA}" type="pres">
      <dgm:prSet presAssocID="{773ADDC6-2100-4D56-8AF2-0FE6CD4333EE}" presName="compNode" presStyleCnt="0"/>
      <dgm:spPr/>
    </dgm:pt>
    <dgm:pt modelId="{EC12516E-2B40-4774-B93F-EE1414444395}" type="pres">
      <dgm:prSet presAssocID="{773ADDC6-2100-4D56-8AF2-0FE6CD4333EE}" presName="iconBgRect" presStyleLbl="bgShp" presStyleIdx="2" presStyleCnt="4"/>
      <dgm:spPr/>
    </dgm:pt>
    <dgm:pt modelId="{B6A1CAF1-067B-4B14-8D2B-F80F8DD01D88}" type="pres">
      <dgm:prSet presAssocID="{773ADDC6-2100-4D56-8AF2-0FE6CD4333E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with solid fill"/>
        </a:ext>
      </dgm:extLst>
    </dgm:pt>
    <dgm:pt modelId="{F9A49523-40EE-41DA-949C-018C6C13FACF}" type="pres">
      <dgm:prSet presAssocID="{773ADDC6-2100-4D56-8AF2-0FE6CD4333EE}" presName="spaceRect" presStyleCnt="0"/>
      <dgm:spPr/>
    </dgm:pt>
    <dgm:pt modelId="{EA866704-7956-44C1-8442-DF47D658C874}" type="pres">
      <dgm:prSet presAssocID="{773ADDC6-2100-4D56-8AF2-0FE6CD4333EE}" presName="textRect" presStyleLbl="revTx" presStyleIdx="2" presStyleCnt="4">
        <dgm:presLayoutVars>
          <dgm:chMax val="1"/>
          <dgm:chPref val="1"/>
        </dgm:presLayoutVars>
      </dgm:prSet>
      <dgm:spPr/>
    </dgm:pt>
    <dgm:pt modelId="{37E16887-B940-4FC1-BC19-7A3C75329D84}" type="pres">
      <dgm:prSet presAssocID="{8D5AB963-D00F-48F9-8D2D-8142AD87E720}" presName="sibTrans" presStyleLbl="sibTrans2D1" presStyleIdx="0" presStyleCnt="0"/>
      <dgm:spPr/>
    </dgm:pt>
    <dgm:pt modelId="{3D8FD191-BD96-41C5-BB30-2AB57BA00540}" type="pres">
      <dgm:prSet presAssocID="{E1717191-CAEC-4DB8-B87F-DB841C8BEF23}" presName="compNode" presStyleCnt="0"/>
      <dgm:spPr/>
    </dgm:pt>
    <dgm:pt modelId="{8DE09445-187F-457F-90C1-A6F8E34C50EB}" type="pres">
      <dgm:prSet presAssocID="{E1717191-CAEC-4DB8-B87F-DB841C8BEF23}" presName="iconBgRect" presStyleLbl="bgShp" presStyleIdx="3" presStyleCnt="4"/>
      <dgm:spPr/>
    </dgm:pt>
    <dgm:pt modelId="{BC3A032C-6AF3-434F-B134-BA656C6DA6D4}" type="pres">
      <dgm:prSet presAssocID="{E1717191-CAEC-4DB8-B87F-DB841C8BEF2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6C2CE891-FFF3-4169-B920-A8452639ACE9}" type="pres">
      <dgm:prSet presAssocID="{E1717191-CAEC-4DB8-B87F-DB841C8BEF23}" presName="spaceRect" presStyleCnt="0"/>
      <dgm:spPr/>
    </dgm:pt>
    <dgm:pt modelId="{6E78F26C-3536-4CA6-A77A-03B4DBD0167A}" type="pres">
      <dgm:prSet presAssocID="{E1717191-CAEC-4DB8-B87F-DB841C8BEF2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BDD720D-C31B-481E-8062-9F6BFE22E8BF}" srcId="{2A59A66B-AF86-45B0-A317-0A0AA1FC4B08}" destId="{E1717191-CAEC-4DB8-B87F-DB841C8BEF23}" srcOrd="3" destOrd="0" parTransId="{B26646F9-CBCB-408D-92CC-405DD242349C}" sibTransId="{06B35833-D89F-4BDA-893C-08D293F4A8CB}"/>
    <dgm:cxn modelId="{F2665322-7CF3-4E5C-94A3-FFBC6118926B}" srcId="{2A59A66B-AF86-45B0-A317-0A0AA1FC4B08}" destId="{773ADDC6-2100-4D56-8AF2-0FE6CD4333EE}" srcOrd="2" destOrd="0" parTransId="{D033ACA1-BF72-4F9B-AEFE-E1EDA2595F9D}" sibTransId="{8D5AB963-D00F-48F9-8D2D-8142AD87E720}"/>
    <dgm:cxn modelId="{98569036-A17E-466E-89D0-7ED0686B3A60}" srcId="{2A59A66B-AF86-45B0-A317-0A0AA1FC4B08}" destId="{E5BEBEA0-3F14-435F-A088-8158AC8469D0}" srcOrd="1" destOrd="0" parTransId="{0E9C671A-34D8-403A-9344-ECC66FDAEACC}" sibTransId="{407A4860-8933-430A-93C3-08E67CB3AFB0}"/>
    <dgm:cxn modelId="{C79D8344-07C9-4BE4-B2D1-B9F9327F4EDF}" type="presOf" srcId="{52DD0EEC-AED1-4E76-936E-36B44BF73528}" destId="{D8DF06F2-6042-4283-A761-DCE068ED0ECC}" srcOrd="0" destOrd="0" presId="urn:microsoft.com/office/officeart/2018/2/layout/IconCircleList"/>
    <dgm:cxn modelId="{A225C778-E628-4EA3-9FF2-C93E0D1BFDCE}" type="presOf" srcId="{E1717191-CAEC-4DB8-B87F-DB841C8BEF23}" destId="{6E78F26C-3536-4CA6-A77A-03B4DBD0167A}" srcOrd="0" destOrd="0" presId="urn:microsoft.com/office/officeart/2018/2/layout/IconCircleList"/>
    <dgm:cxn modelId="{22191E81-EBF9-4153-AF61-152B9B95ACE5}" type="presOf" srcId="{8636A2E3-DAC3-4115-87AC-4868F02C2CD2}" destId="{B9283308-7035-425B-95CF-6A4557857A67}" srcOrd="0" destOrd="0" presId="urn:microsoft.com/office/officeart/2018/2/layout/IconCircleList"/>
    <dgm:cxn modelId="{03A42B9B-F14F-4C68-B9CB-BD2D49C1DCBB}" type="presOf" srcId="{8D5AB963-D00F-48F9-8D2D-8142AD87E720}" destId="{37E16887-B940-4FC1-BC19-7A3C75329D84}" srcOrd="0" destOrd="0" presId="urn:microsoft.com/office/officeart/2018/2/layout/IconCircleList"/>
    <dgm:cxn modelId="{199DC7A5-8FA5-4226-AD76-AD6410B3F487}" type="presOf" srcId="{407A4860-8933-430A-93C3-08E67CB3AFB0}" destId="{EEEC85E9-5F69-4CAE-90BB-BA7BEDA5EA73}" srcOrd="0" destOrd="0" presId="urn:microsoft.com/office/officeart/2018/2/layout/IconCircleList"/>
    <dgm:cxn modelId="{E0DBEAA8-218E-48AE-B5FD-149242EC1C9F}" type="presOf" srcId="{E5BEBEA0-3F14-435F-A088-8158AC8469D0}" destId="{1B7076CF-43DF-4D96-A67D-AB6BA4C8D7CB}" srcOrd="0" destOrd="0" presId="urn:microsoft.com/office/officeart/2018/2/layout/IconCircleList"/>
    <dgm:cxn modelId="{AADE09AA-7FA6-48E9-BA37-C744EF5856B7}" type="presOf" srcId="{2A59A66B-AF86-45B0-A317-0A0AA1FC4B08}" destId="{E310D3D6-DE28-4023-A04D-AA40542270EB}" srcOrd="0" destOrd="0" presId="urn:microsoft.com/office/officeart/2018/2/layout/IconCircleList"/>
    <dgm:cxn modelId="{CD1441AF-070E-4EB1-A15A-8475CBBA19C5}" type="presOf" srcId="{773ADDC6-2100-4D56-8AF2-0FE6CD4333EE}" destId="{EA866704-7956-44C1-8442-DF47D658C874}" srcOrd="0" destOrd="0" presId="urn:microsoft.com/office/officeart/2018/2/layout/IconCircleList"/>
    <dgm:cxn modelId="{E7DECCF1-DB89-4D63-8472-EE9DB4D82465}" srcId="{2A59A66B-AF86-45B0-A317-0A0AA1FC4B08}" destId="{52DD0EEC-AED1-4E76-936E-36B44BF73528}" srcOrd="0" destOrd="0" parTransId="{01A913D5-A92E-4DB1-801D-87DEE242023D}" sibTransId="{8636A2E3-DAC3-4115-87AC-4868F02C2CD2}"/>
    <dgm:cxn modelId="{9D9CB1AA-0F2A-44F3-BD9F-C2E881F918C8}" type="presParOf" srcId="{E310D3D6-DE28-4023-A04D-AA40542270EB}" destId="{7D8C0C9F-F6F9-4D80-9B20-3357C5578105}" srcOrd="0" destOrd="0" presId="urn:microsoft.com/office/officeart/2018/2/layout/IconCircleList"/>
    <dgm:cxn modelId="{4D9EF36B-0951-44C6-A7FB-895F7FC3E84B}" type="presParOf" srcId="{7D8C0C9F-F6F9-4D80-9B20-3357C5578105}" destId="{C1F1BAAE-68A9-4778-AC71-E2767EF8FEB8}" srcOrd="0" destOrd="0" presId="urn:microsoft.com/office/officeart/2018/2/layout/IconCircleList"/>
    <dgm:cxn modelId="{C099C7FE-E894-4144-9CC9-23876AC8E1F3}" type="presParOf" srcId="{C1F1BAAE-68A9-4778-AC71-E2767EF8FEB8}" destId="{687A92F3-7207-4DC5-B40E-151D17F2E251}" srcOrd="0" destOrd="0" presId="urn:microsoft.com/office/officeart/2018/2/layout/IconCircleList"/>
    <dgm:cxn modelId="{8D0DFBB2-436D-48B4-83F2-A2AF127A98DB}" type="presParOf" srcId="{C1F1BAAE-68A9-4778-AC71-E2767EF8FEB8}" destId="{74A61C5E-615A-45F5-991C-A6DCEAFDCD18}" srcOrd="1" destOrd="0" presId="urn:microsoft.com/office/officeart/2018/2/layout/IconCircleList"/>
    <dgm:cxn modelId="{BB019853-73D0-47EC-962E-A20CE8E1B835}" type="presParOf" srcId="{C1F1BAAE-68A9-4778-AC71-E2767EF8FEB8}" destId="{660C84EC-4B7B-4E6D-A14C-B81CBAA0853D}" srcOrd="2" destOrd="0" presId="urn:microsoft.com/office/officeart/2018/2/layout/IconCircleList"/>
    <dgm:cxn modelId="{C2F1DFCB-EE13-475B-811F-70BB673CF18A}" type="presParOf" srcId="{C1F1BAAE-68A9-4778-AC71-E2767EF8FEB8}" destId="{D8DF06F2-6042-4283-A761-DCE068ED0ECC}" srcOrd="3" destOrd="0" presId="urn:microsoft.com/office/officeart/2018/2/layout/IconCircleList"/>
    <dgm:cxn modelId="{574C5C8B-561E-4D03-8D8C-2A3644362D80}" type="presParOf" srcId="{7D8C0C9F-F6F9-4D80-9B20-3357C5578105}" destId="{B9283308-7035-425B-95CF-6A4557857A67}" srcOrd="1" destOrd="0" presId="urn:microsoft.com/office/officeart/2018/2/layout/IconCircleList"/>
    <dgm:cxn modelId="{B4EA3799-10A7-43CE-A5F8-5AC6F70B599B}" type="presParOf" srcId="{7D8C0C9F-F6F9-4D80-9B20-3357C5578105}" destId="{88B00DCF-612F-45F7-AABE-CA691F81AF79}" srcOrd="2" destOrd="0" presId="urn:microsoft.com/office/officeart/2018/2/layout/IconCircleList"/>
    <dgm:cxn modelId="{27955940-FCBB-42E7-99ED-4BB68E5E0FAA}" type="presParOf" srcId="{88B00DCF-612F-45F7-AABE-CA691F81AF79}" destId="{53B410B5-1052-4F47-9477-22B27C4184A2}" srcOrd="0" destOrd="0" presId="urn:microsoft.com/office/officeart/2018/2/layout/IconCircleList"/>
    <dgm:cxn modelId="{FAD89E1A-833F-4977-AECE-F13EEA393962}" type="presParOf" srcId="{88B00DCF-612F-45F7-AABE-CA691F81AF79}" destId="{CAC31F00-102D-4B51-8075-55B13E8AB757}" srcOrd="1" destOrd="0" presId="urn:microsoft.com/office/officeart/2018/2/layout/IconCircleList"/>
    <dgm:cxn modelId="{D8D44281-F5B8-4D56-9160-99B5043582B1}" type="presParOf" srcId="{88B00DCF-612F-45F7-AABE-CA691F81AF79}" destId="{AA527ABB-AF6A-4368-A61E-3ADFBD850AE6}" srcOrd="2" destOrd="0" presId="urn:microsoft.com/office/officeart/2018/2/layout/IconCircleList"/>
    <dgm:cxn modelId="{FB3EDF62-0629-43B6-9ABF-E8EA5012E5E5}" type="presParOf" srcId="{88B00DCF-612F-45F7-AABE-CA691F81AF79}" destId="{1B7076CF-43DF-4D96-A67D-AB6BA4C8D7CB}" srcOrd="3" destOrd="0" presId="urn:microsoft.com/office/officeart/2018/2/layout/IconCircleList"/>
    <dgm:cxn modelId="{2CB2C4E7-0C65-46AB-BB33-AF4399575ACA}" type="presParOf" srcId="{7D8C0C9F-F6F9-4D80-9B20-3357C5578105}" destId="{EEEC85E9-5F69-4CAE-90BB-BA7BEDA5EA73}" srcOrd="3" destOrd="0" presId="urn:microsoft.com/office/officeart/2018/2/layout/IconCircleList"/>
    <dgm:cxn modelId="{41EB5559-FB15-4795-9656-69F8D24EF61E}" type="presParOf" srcId="{7D8C0C9F-F6F9-4D80-9B20-3357C5578105}" destId="{6D482D81-7614-4AA0-83B3-5A2DC6BA9ABA}" srcOrd="4" destOrd="0" presId="urn:microsoft.com/office/officeart/2018/2/layout/IconCircleList"/>
    <dgm:cxn modelId="{709D2E6D-3A5F-4EF6-B83C-AD469E8C7CB3}" type="presParOf" srcId="{6D482D81-7614-4AA0-83B3-5A2DC6BA9ABA}" destId="{EC12516E-2B40-4774-B93F-EE1414444395}" srcOrd="0" destOrd="0" presId="urn:microsoft.com/office/officeart/2018/2/layout/IconCircleList"/>
    <dgm:cxn modelId="{D06E933A-CEA3-4487-AA12-A03531437026}" type="presParOf" srcId="{6D482D81-7614-4AA0-83B3-5A2DC6BA9ABA}" destId="{B6A1CAF1-067B-4B14-8D2B-F80F8DD01D88}" srcOrd="1" destOrd="0" presId="urn:microsoft.com/office/officeart/2018/2/layout/IconCircleList"/>
    <dgm:cxn modelId="{5B11A47C-B942-4EA3-8EE3-4610D6E71BD3}" type="presParOf" srcId="{6D482D81-7614-4AA0-83B3-5A2DC6BA9ABA}" destId="{F9A49523-40EE-41DA-949C-018C6C13FACF}" srcOrd="2" destOrd="0" presId="urn:microsoft.com/office/officeart/2018/2/layout/IconCircleList"/>
    <dgm:cxn modelId="{6C6BA275-94C1-46BD-BA7A-3F46AAFF8DFD}" type="presParOf" srcId="{6D482D81-7614-4AA0-83B3-5A2DC6BA9ABA}" destId="{EA866704-7956-44C1-8442-DF47D658C874}" srcOrd="3" destOrd="0" presId="urn:microsoft.com/office/officeart/2018/2/layout/IconCircleList"/>
    <dgm:cxn modelId="{C8084BA6-1C16-45B9-8CD9-B193BC3A37B7}" type="presParOf" srcId="{7D8C0C9F-F6F9-4D80-9B20-3357C5578105}" destId="{37E16887-B940-4FC1-BC19-7A3C75329D84}" srcOrd="5" destOrd="0" presId="urn:microsoft.com/office/officeart/2018/2/layout/IconCircleList"/>
    <dgm:cxn modelId="{A551CC60-96EE-4F26-BBC4-B5338E70722C}" type="presParOf" srcId="{7D8C0C9F-F6F9-4D80-9B20-3357C5578105}" destId="{3D8FD191-BD96-41C5-BB30-2AB57BA00540}" srcOrd="6" destOrd="0" presId="urn:microsoft.com/office/officeart/2018/2/layout/IconCircleList"/>
    <dgm:cxn modelId="{C5ADE775-C7D3-49B9-8235-DBD057165084}" type="presParOf" srcId="{3D8FD191-BD96-41C5-BB30-2AB57BA00540}" destId="{8DE09445-187F-457F-90C1-A6F8E34C50EB}" srcOrd="0" destOrd="0" presId="urn:microsoft.com/office/officeart/2018/2/layout/IconCircleList"/>
    <dgm:cxn modelId="{C79F5A5F-8015-405F-A8B9-8197E915D39A}" type="presParOf" srcId="{3D8FD191-BD96-41C5-BB30-2AB57BA00540}" destId="{BC3A032C-6AF3-434F-B134-BA656C6DA6D4}" srcOrd="1" destOrd="0" presId="urn:microsoft.com/office/officeart/2018/2/layout/IconCircleList"/>
    <dgm:cxn modelId="{54DDC780-A2BF-4193-B5E2-1B398BF55968}" type="presParOf" srcId="{3D8FD191-BD96-41C5-BB30-2AB57BA00540}" destId="{6C2CE891-FFF3-4169-B920-A8452639ACE9}" srcOrd="2" destOrd="0" presId="urn:microsoft.com/office/officeart/2018/2/layout/IconCircleList"/>
    <dgm:cxn modelId="{947A6D9A-F0BF-47A2-9762-6E77FAF3AC03}" type="presParOf" srcId="{3D8FD191-BD96-41C5-BB30-2AB57BA00540}" destId="{6E78F26C-3536-4CA6-A77A-03B4DBD0167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A59A66B-AF86-45B0-A317-0A0AA1FC4B0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2DD0EEC-AED1-4E76-936E-36B44BF7352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Represents physical components of system</a:t>
          </a:r>
          <a:endParaRPr lang="en-US" sz="2400" dirty="0"/>
        </a:p>
      </dgm:t>
    </dgm:pt>
    <dgm:pt modelId="{01A913D5-A92E-4DB1-801D-87DEE242023D}" type="parTrans" cxnId="{E7DECCF1-DB89-4D63-8472-EE9DB4D82465}">
      <dgm:prSet/>
      <dgm:spPr/>
      <dgm:t>
        <a:bodyPr/>
        <a:lstStyle/>
        <a:p>
          <a:endParaRPr lang="en-US"/>
        </a:p>
      </dgm:t>
    </dgm:pt>
    <dgm:pt modelId="{8636A2E3-DAC3-4115-87AC-4868F02C2CD2}" type="sibTrans" cxnId="{E7DECCF1-DB89-4D63-8472-EE9DB4D8246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BEBEA0-3F14-435F-A088-8158AC8469D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/>
            <a:t>Shows software modules &amp; their dependencies</a:t>
          </a:r>
          <a:endParaRPr lang="en-US" sz="2400"/>
        </a:p>
      </dgm:t>
    </dgm:pt>
    <dgm:pt modelId="{0E9C671A-34D8-403A-9344-ECC66FDAEACC}" type="parTrans" cxnId="{98569036-A17E-466E-89D0-7ED0686B3A60}">
      <dgm:prSet/>
      <dgm:spPr/>
      <dgm:t>
        <a:bodyPr/>
        <a:lstStyle/>
        <a:p>
          <a:endParaRPr lang="en-US"/>
        </a:p>
      </dgm:t>
    </dgm:pt>
    <dgm:pt modelId="{407A4860-8933-430A-93C3-08E67CB3AFB0}" type="sibTrans" cxnId="{98569036-A17E-466E-89D0-7ED0686B3A6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73ADDC6-2100-4D56-8AF2-0FE6CD4333E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Examples:</a:t>
          </a:r>
        </a:p>
        <a:p>
          <a:pPr>
            <a:lnSpc>
              <a:spcPct val="100000"/>
            </a:lnSpc>
          </a:pPr>
          <a:r>
            <a:rPr lang="en-GB" sz="2000" dirty="0"/>
            <a:t>Libraries</a:t>
          </a:r>
        </a:p>
        <a:p>
          <a:pPr>
            <a:lnSpc>
              <a:spcPct val="100000"/>
            </a:lnSpc>
          </a:pPr>
          <a:r>
            <a:rPr lang="en-GB" sz="2000" dirty="0"/>
            <a:t>Executables</a:t>
          </a:r>
        </a:p>
        <a:p>
          <a:pPr>
            <a:lnSpc>
              <a:spcPct val="100000"/>
            </a:lnSpc>
          </a:pPr>
          <a:r>
            <a:rPr lang="en-GB" sz="2000" dirty="0"/>
            <a:t>Database modules</a:t>
          </a:r>
          <a:endParaRPr lang="en-US" sz="2000" dirty="0"/>
        </a:p>
      </dgm:t>
    </dgm:pt>
    <dgm:pt modelId="{D033ACA1-BF72-4F9B-AEFE-E1EDA2595F9D}" type="parTrans" cxnId="{F2665322-7CF3-4E5C-94A3-FFBC6118926B}">
      <dgm:prSet/>
      <dgm:spPr/>
      <dgm:t>
        <a:bodyPr/>
        <a:lstStyle/>
        <a:p>
          <a:endParaRPr lang="en-US"/>
        </a:p>
      </dgm:t>
    </dgm:pt>
    <dgm:pt modelId="{8D5AB963-D00F-48F9-8D2D-8142AD87E720}" type="sibTrans" cxnId="{F2665322-7CF3-4E5C-94A3-FFBC6118926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717191-CAEC-4DB8-B87F-DB841C8BEF2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Used for large systems &amp; modular software design</a:t>
          </a:r>
          <a:endParaRPr lang="en-US"/>
        </a:p>
      </dgm:t>
    </dgm:pt>
    <dgm:pt modelId="{B26646F9-CBCB-408D-92CC-405DD242349C}" type="parTrans" cxnId="{EBDD720D-C31B-481E-8062-9F6BFE22E8BF}">
      <dgm:prSet/>
      <dgm:spPr/>
      <dgm:t>
        <a:bodyPr/>
        <a:lstStyle/>
        <a:p>
          <a:endParaRPr lang="en-US"/>
        </a:p>
      </dgm:t>
    </dgm:pt>
    <dgm:pt modelId="{06B35833-D89F-4BDA-893C-08D293F4A8CB}" type="sibTrans" cxnId="{EBDD720D-C31B-481E-8062-9F6BFE22E8BF}">
      <dgm:prSet/>
      <dgm:spPr/>
      <dgm:t>
        <a:bodyPr/>
        <a:lstStyle/>
        <a:p>
          <a:endParaRPr lang="en-US"/>
        </a:p>
      </dgm:t>
    </dgm:pt>
    <dgm:pt modelId="{E310D3D6-DE28-4023-A04D-AA40542270EB}" type="pres">
      <dgm:prSet presAssocID="{2A59A66B-AF86-45B0-A317-0A0AA1FC4B08}" presName="root" presStyleCnt="0">
        <dgm:presLayoutVars>
          <dgm:dir/>
          <dgm:resizeHandles val="exact"/>
        </dgm:presLayoutVars>
      </dgm:prSet>
      <dgm:spPr/>
    </dgm:pt>
    <dgm:pt modelId="{7D8C0C9F-F6F9-4D80-9B20-3357C5578105}" type="pres">
      <dgm:prSet presAssocID="{2A59A66B-AF86-45B0-A317-0A0AA1FC4B08}" presName="container" presStyleCnt="0">
        <dgm:presLayoutVars>
          <dgm:dir/>
          <dgm:resizeHandles val="exact"/>
        </dgm:presLayoutVars>
      </dgm:prSet>
      <dgm:spPr/>
    </dgm:pt>
    <dgm:pt modelId="{C1F1BAAE-68A9-4778-AC71-E2767EF8FEB8}" type="pres">
      <dgm:prSet presAssocID="{52DD0EEC-AED1-4E76-936E-36B44BF73528}" presName="compNode" presStyleCnt="0"/>
      <dgm:spPr/>
    </dgm:pt>
    <dgm:pt modelId="{687A92F3-7207-4DC5-B40E-151D17F2E251}" type="pres">
      <dgm:prSet presAssocID="{52DD0EEC-AED1-4E76-936E-36B44BF73528}" presName="iconBgRect" presStyleLbl="bgShp" presStyleIdx="0" presStyleCnt="4"/>
      <dgm:spPr/>
    </dgm:pt>
    <dgm:pt modelId="{74A61C5E-615A-45F5-991C-A6DCEAFDCD18}" type="pres">
      <dgm:prSet presAssocID="{52DD0EEC-AED1-4E76-936E-36B44BF7352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ic Shapes with solid fill"/>
        </a:ext>
      </dgm:extLst>
    </dgm:pt>
    <dgm:pt modelId="{660C84EC-4B7B-4E6D-A14C-B81CBAA0853D}" type="pres">
      <dgm:prSet presAssocID="{52DD0EEC-AED1-4E76-936E-36B44BF73528}" presName="spaceRect" presStyleCnt="0"/>
      <dgm:spPr/>
    </dgm:pt>
    <dgm:pt modelId="{D8DF06F2-6042-4283-A761-DCE068ED0ECC}" type="pres">
      <dgm:prSet presAssocID="{52DD0EEC-AED1-4E76-936E-36B44BF73528}" presName="textRect" presStyleLbl="revTx" presStyleIdx="0" presStyleCnt="4">
        <dgm:presLayoutVars>
          <dgm:chMax val="1"/>
          <dgm:chPref val="1"/>
        </dgm:presLayoutVars>
      </dgm:prSet>
      <dgm:spPr/>
    </dgm:pt>
    <dgm:pt modelId="{B9283308-7035-425B-95CF-6A4557857A67}" type="pres">
      <dgm:prSet presAssocID="{8636A2E3-DAC3-4115-87AC-4868F02C2CD2}" presName="sibTrans" presStyleLbl="sibTrans2D1" presStyleIdx="0" presStyleCnt="0"/>
      <dgm:spPr/>
    </dgm:pt>
    <dgm:pt modelId="{88B00DCF-612F-45F7-AABE-CA691F81AF79}" type="pres">
      <dgm:prSet presAssocID="{E5BEBEA0-3F14-435F-A088-8158AC8469D0}" presName="compNode" presStyleCnt="0"/>
      <dgm:spPr/>
    </dgm:pt>
    <dgm:pt modelId="{53B410B5-1052-4F47-9477-22B27C4184A2}" type="pres">
      <dgm:prSet presAssocID="{E5BEBEA0-3F14-435F-A088-8158AC8469D0}" presName="iconBgRect" presStyleLbl="bgShp" presStyleIdx="1" presStyleCnt="4"/>
      <dgm:spPr/>
    </dgm:pt>
    <dgm:pt modelId="{CAC31F00-102D-4B51-8075-55B13E8AB757}" type="pres">
      <dgm:prSet presAssocID="{E5BEBEA0-3F14-435F-A088-8158AC8469D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md Terminal with solid fill"/>
        </a:ext>
      </dgm:extLst>
    </dgm:pt>
    <dgm:pt modelId="{AA527ABB-AF6A-4368-A61E-3ADFBD850AE6}" type="pres">
      <dgm:prSet presAssocID="{E5BEBEA0-3F14-435F-A088-8158AC8469D0}" presName="spaceRect" presStyleCnt="0"/>
      <dgm:spPr/>
    </dgm:pt>
    <dgm:pt modelId="{1B7076CF-43DF-4D96-A67D-AB6BA4C8D7CB}" type="pres">
      <dgm:prSet presAssocID="{E5BEBEA0-3F14-435F-A088-8158AC8469D0}" presName="textRect" presStyleLbl="revTx" presStyleIdx="1" presStyleCnt="4">
        <dgm:presLayoutVars>
          <dgm:chMax val="1"/>
          <dgm:chPref val="1"/>
        </dgm:presLayoutVars>
      </dgm:prSet>
      <dgm:spPr/>
    </dgm:pt>
    <dgm:pt modelId="{EEEC85E9-5F69-4CAE-90BB-BA7BEDA5EA73}" type="pres">
      <dgm:prSet presAssocID="{407A4860-8933-430A-93C3-08E67CB3AFB0}" presName="sibTrans" presStyleLbl="sibTrans2D1" presStyleIdx="0" presStyleCnt="0"/>
      <dgm:spPr/>
    </dgm:pt>
    <dgm:pt modelId="{6D482D81-7614-4AA0-83B3-5A2DC6BA9ABA}" type="pres">
      <dgm:prSet presAssocID="{773ADDC6-2100-4D56-8AF2-0FE6CD4333EE}" presName="compNode" presStyleCnt="0"/>
      <dgm:spPr/>
    </dgm:pt>
    <dgm:pt modelId="{EC12516E-2B40-4774-B93F-EE1414444395}" type="pres">
      <dgm:prSet presAssocID="{773ADDC6-2100-4D56-8AF2-0FE6CD4333EE}" presName="iconBgRect" presStyleLbl="bgShp" presStyleIdx="2" presStyleCnt="4"/>
      <dgm:spPr/>
    </dgm:pt>
    <dgm:pt modelId="{B6A1CAF1-067B-4B14-8D2B-F80F8DD01D88}" type="pres">
      <dgm:prSet presAssocID="{773ADDC6-2100-4D56-8AF2-0FE6CD4333E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 with solid fill"/>
        </a:ext>
      </dgm:extLst>
    </dgm:pt>
    <dgm:pt modelId="{F9A49523-40EE-41DA-949C-018C6C13FACF}" type="pres">
      <dgm:prSet presAssocID="{773ADDC6-2100-4D56-8AF2-0FE6CD4333EE}" presName="spaceRect" presStyleCnt="0"/>
      <dgm:spPr/>
    </dgm:pt>
    <dgm:pt modelId="{EA866704-7956-44C1-8442-DF47D658C874}" type="pres">
      <dgm:prSet presAssocID="{773ADDC6-2100-4D56-8AF2-0FE6CD4333EE}" presName="textRect" presStyleLbl="revTx" presStyleIdx="2" presStyleCnt="4">
        <dgm:presLayoutVars>
          <dgm:chMax val="1"/>
          <dgm:chPref val="1"/>
        </dgm:presLayoutVars>
      </dgm:prSet>
      <dgm:spPr/>
    </dgm:pt>
    <dgm:pt modelId="{37E16887-B940-4FC1-BC19-7A3C75329D84}" type="pres">
      <dgm:prSet presAssocID="{8D5AB963-D00F-48F9-8D2D-8142AD87E720}" presName="sibTrans" presStyleLbl="sibTrans2D1" presStyleIdx="0" presStyleCnt="0"/>
      <dgm:spPr/>
    </dgm:pt>
    <dgm:pt modelId="{3D8FD191-BD96-41C5-BB30-2AB57BA00540}" type="pres">
      <dgm:prSet presAssocID="{E1717191-CAEC-4DB8-B87F-DB841C8BEF23}" presName="compNode" presStyleCnt="0"/>
      <dgm:spPr/>
    </dgm:pt>
    <dgm:pt modelId="{8DE09445-187F-457F-90C1-A6F8E34C50EB}" type="pres">
      <dgm:prSet presAssocID="{E1717191-CAEC-4DB8-B87F-DB841C8BEF23}" presName="iconBgRect" presStyleLbl="bgShp" presStyleIdx="3" presStyleCnt="4"/>
      <dgm:spPr/>
    </dgm:pt>
    <dgm:pt modelId="{BC3A032C-6AF3-434F-B134-BA656C6DA6D4}" type="pres">
      <dgm:prSet presAssocID="{E1717191-CAEC-4DB8-B87F-DB841C8BEF2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C2CE891-FFF3-4169-B920-A8452639ACE9}" type="pres">
      <dgm:prSet presAssocID="{E1717191-CAEC-4DB8-B87F-DB841C8BEF23}" presName="spaceRect" presStyleCnt="0"/>
      <dgm:spPr/>
    </dgm:pt>
    <dgm:pt modelId="{6E78F26C-3536-4CA6-A77A-03B4DBD0167A}" type="pres">
      <dgm:prSet presAssocID="{E1717191-CAEC-4DB8-B87F-DB841C8BEF2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2AD9C09-E926-419D-BB97-2E2F8F763993}" type="presOf" srcId="{E1717191-CAEC-4DB8-B87F-DB841C8BEF23}" destId="{6E78F26C-3536-4CA6-A77A-03B4DBD0167A}" srcOrd="0" destOrd="0" presId="urn:microsoft.com/office/officeart/2018/2/layout/IconCircleList"/>
    <dgm:cxn modelId="{EBDD720D-C31B-481E-8062-9F6BFE22E8BF}" srcId="{2A59A66B-AF86-45B0-A317-0A0AA1FC4B08}" destId="{E1717191-CAEC-4DB8-B87F-DB841C8BEF23}" srcOrd="3" destOrd="0" parTransId="{B26646F9-CBCB-408D-92CC-405DD242349C}" sibTransId="{06B35833-D89F-4BDA-893C-08D293F4A8CB}"/>
    <dgm:cxn modelId="{DC20641E-B578-4E89-A50C-A03B02E18DCA}" type="presOf" srcId="{2A59A66B-AF86-45B0-A317-0A0AA1FC4B08}" destId="{E310D3D6-DE28-4023-A04D-AA40542270EB}" srcOrd="0" destOrd="0" presId="urn:microsoft.com/office/officeart/2018/2/layout/IconCircleList"/>
    <dgm:cxn modelId="{70CC4E22-B9B5-47AC-9C87-4CF870CC0641}" type="presOf" srcId="{8D5AB963-D00F-48F9-8D2D-8142AD87E720}" destId="{37E16887-B940-4FC1-BC19-7A3C75329D84}" srcOrd="0" destOrd="0" presId="urn:microsoft.com/office/officeart/2018/2/layout/IconCircleList"/>
    <dgm:cxn modelId="{F2665322-7CF3-4E5C-94A3-FFBC6118926B}" srcId="{2A59A66B-AF86-45B0-A317-0A0AA1FC4B08}" destId="{773ADDC6-2100-4D56-8AF2-0FE6CD4333EE}" srcOrd="2" destOrd="0" parTransId="{D033ACA1-BF72-4F9B-AEFE-E1EDA2595F9D}" sibTransId="{8D5AB963-D00F-48F9-8D2D-8142AD87E720}"/>
    <dgm:cxn modelId="{356AE222-8181-43E4-918E-D1BBC3C38338}" type="presOf" srcId="{407A4860-8933-430A-93C3-08E67CB3AFB0}" destId="{EEEC85E9-5F69-4CAE-90BB-BA7BEDA5EA73}" srcOrd="0" destOrd="0" presId="urn:microsoft.com/office/officeart/2018/2/layout/IconCircleList"/>
    <dgm:cxn modelId="{98569036-A17E-466E-89D0-7ED0686B3A60}" srcId="{2A59A66B-AF86-45B0-A317-0A0AA1FC4B08}" destId="{E5BEBEA0-3F14-435F-A088-8158AC8469D0}" srcOrd="1" destOrd="0" parTransId="{0E9C671A-34D8-403A-9344-ECC66FDAEACC}" sibTransId="{407A4860-8933-430A-93C3-08E67CB3AFB0}"/>
    <dgm:cxn modelId="{94DD0140-10FD-4477-92C4-89D1E85A96E1}" type="presOf" srcId="{52DD0EEC-AED1-4E76-936E-36B44BF73528}" destId="{D8DF06F2-6042-4283-A761-DCE068ED0ECC}" srcOrd="0" destOrd="0" presId="urn:microsoft.com/office/officeart/2018/2/layout/IconCircleList"/>
    <dgm:cxn modelId="{7926A777-12C2-451A-87F9-7ECB5547F5FA}" type="presOf" srcId="{E5BEBEA0-3F14-435F-A088-8158AC8469D0}" destId="{1B7076CF-43DF-4D96-A67D-AB6BA4C8D7CB}" srcOrd="0" destOrd="0" presId="urn:microsoft.com/office/officeart/2018/2/layout/IconCircleList"/>
    <dgm:cxn modelId="{4E010FB9-1D31-4AB0-BB7D-C54946ABE6D0}" type="presOf" srcId="{8636A2E3-DAC3-4115-87AC-4868F02C2CD2}" destId="{B9283308-7035-425B-95CF-6A4557857A67}" srcOrd="0" destOrd="0" presId="urn:microsoft.com/office/officeart/2018/2/layout/IconCircleList"/>
    <dgm:cxn modelId="{E7DECCF1-DB89-4D63-8472-EE9DB4D82465}" srcId="{2A59A66B-AF86-45B0-A317-0A0AA1FC4B08}" destId="{52DD0EEC-AED1-4E76-936E-36B44BF73528}" srcOrd="0" destOrd="0" parTransId="{01A913D5-A92E-4DB1-801D-87DEE242023D}" sibTransId="{8636A2E3-DAC3-4115-87AC-4868F02C2CD2}"/>
    <dgm:cxn modelId="{4D6097FF-BFC2-443E-AB7E-95658B025684}" type="presOf" srcId="{773ADDC6-2100-4D56-8AF2-0FE6CD4333EE}" destId="{EA866704-7956-44C1-8442-DF47D658C874}" srcOrd="0" destOrd="0" presId="urn:microsoft.com/office/officeart/2018/2/layout/IconCircleList"/>
    <dgm:cxn modelId="{BCAF43D2-2E5A-420F-9AE0-B0B5598D17E8}" type="presParOf" srcId="{E310D3D6-DE28-4023-A04D-AA40542270EB}" destId="{7D8C0C9F-F6F9-4D80-9B20-3357C5578105}" srcOrd="0" destOrd="0" presId="urn:microsoft.com/office/officeart/2018/2/layout/IconCircleList"/>
    <dgm:cxn modelId="{5CFC16EF-C64B-4F4D-B6CF-556F5AA8CC79}" type="presParOf" srcId="{7D8C0C9F-F6F9-4D80-9B20-3357C5578105}" destId="{C1F1BAAE-68A9-4778-AC71-E2767EF8FEB8}" srcOrd="0" destOrd="0" presId="urn:microsoft.com/office/officeart/2018/2/layout/IconCircleList"/>
    <dgm:cxn modelId="{0968306A-48F2-4B7F-BDC8-EF5620AAE04A}" type="presParOf" srcId="{C1F1BAAE-68A9-4778-AC71-E2767EF8FEB8}" destId="{687A92F3-7207-4DC5-B40E-151D17F2E251}" srcOrd="0" destOrd="0" presId="urn:microsoft.com/office/officeart/2018/2/layout/IconCircleList"/>
    <dgm:cxn modelId="{9E1CC660-A1B8-4CA1-80B9-9F65655338B5}" type="presParOf" srcId="{C1F1BAAE-68A9-4778-AC71-E2767EF8FEB8}" destId="{74A61C5E-615A-45F5-991C-A6DCEAFDCD18}" srcOrd="1" destOrd="0" presId="urn:microsoft.com/office/officeart/2018/2/layout/IconCircleList"/>
    <dgm:cxn modelId="{4256A775-7EA9-47C6-B550-852689A437C9}" type="presParOf" srcId="{C1F1BAAE-68A9-4778-AC71-E2767EF8FEB8}" destId="{660C84EC-4B7B-4E6D-A14C-B81CBAA0853D}" srcOrd="2" destOrd="0" presId="urn:microsoft.com/office/officeart/2018/2/layout/IconCircleList"/>
    <dgm:cxn modelId="{7B29E6F9-F044-4DB0-A90A-444692E30146}" type="presParOf" srcId="{C1F1BAAE-68A9-4778-AC71-E2767EF8FEB8}" destId="{D8DF06F2-6042-4283-A761-DCE068ED0ECC}" srcOrd="3" destOrd="0" presId="urn:microsoft.com/office/officeart/2018/2/layout/IconCircleList"/>
    <dgm:cxn modelId="{DAAA65A9-E3FF-4C0F-AA26-F59520DE4B4B}" type="presParOf" srcId="{7D8C0C9F-F6F9-4D80-9B20-3357C5578105}" destId="{B9283308-7035-425B-95CF-6A4557857A67}" srcOrd="1" destOrd="0" presId="urn:microsoft.com/office/officeart/2018/2/layout/IconCircleList"/>
    <dgm:cxn modelId="{3FE232B0-649B-4035-80F8-473047D4F052}" type="presParOf" srcId="{7D8C0C9F-F6F9-4D80-9B20-3357C5578105}" destId="{88B00DCF-612F-45F7-AABE-CA691F81AF79}" srcOrd="2" destOrd="0" presId="urn:microsoft.com/office/officeart/2018/2/layout/IconCircleList"/>
    <dgm:cxn modelId="{B2C0C880-2852-41D8-9C4A-D4D17F664638}" type="presParOf" srcId="{88B00DCF-612F-45F7-AABE-CA691F81AF79}" destId="{53B410B5-1052-4F47-9477-22B27C4184A2}" srcOrd="0" destOrd="0" presId="urn:microsoft.com/office/officeart/2018/2/layout/IconCircleList"/>
    <dgm:cxn modelId="{652E14DB-09E7-48A6-9030-992277EB5975}" type="presParOf" srcId="{88B00DCF-612F-45F7-AABE-CA691F81AF79}" destId="{CAC31F00-102D-4B51-8075-55B13E8AB757}" srcOrd="1" destOrd="0" presId="urn:microsoft.com/office/officeart/2018/2/layout/IconCircleList"/>
    <dgm:cxn modelId="{C7CA89B2-46FE-4664-9F55-ABD6C5E5B6E5}" type="presParOf" srcId="{88B00DCF-612F-45F7-AABE-CA691F81AF79}" destId="{AA527ABB-AF6A-4368-A61E-3ADFBD850AE6}" srcOrd="2" destOrd="0" presId="urn:microsoft.com/office/officeart/2018/2/layout/IconCircleList"/>
    <dgm:cxn modelId="{EB9DA73A-1761-4AFB-875C-2656D9CA3880}" type="presParOf" srcId="{88B00DCF-612F-45F7-AABE-CA691F81AF79}" destId="{1B7076CF-43DF-4D96-A67D-AB6BA4C8D7CB}" srcOrd="3" destOrd="0" presId="urn:microsoft.com/office/officeart/2018/2/layout/IconCircleList"/>
    <dgm:cxn modelId="{AD01BBBD-5A36-47E2-9BFC-BEB8594E5AA0}" type="presParOf" srcId="{7D8C0C9F-F6F9-4D80-9B20-3357C5578105}" destId="{EEEC85E9-5F69-4CAE-90BB-BA7BEDA5EA73}" srcOrd="3" destOrd="0" presId="urn:microsoft.com/office/officeart/2018/2/layout/IconCircleList"/>
    <dgm:cxn modelId="{364FAB7D-358A-446C-90D4-BB7F5D965EC2}" type="presParOf" srcId="{7D8C0C9F-F6F9-4D80-9B20-3357C5578105}" destId="{6D482D81-7614-4AA0-83B3-5A2DC6BA9ABA}" srcOrd="4" destOrd="0" presId="urn:microsoft.com/office/officeart/2018/2/layout/IconCircleList"/>
    <dgm:cxn modelId="{C9BCB931-E03A-413B-B551-6DFCDD52C5FF}" type="presParOf" srcId="{6D482D81-7614-4AA0-83B3-5A2DC6BA9ABA}" destId="{EC12516E-2B40-4774-B93F-EE1414444395}" srcOrd="0" destOrd="0" presId="urn:microsoft.com/office/officeart/2018/2/layout/IconCircleList"/>
    <dgm:cxn modelId="{3AEF3ACF-60D9-4B1E-B850-B0770AC58A6A}" type="presParOf" srcId="{6D482D81-7614-4AA0-83B3-5A2DC6BA9ABA}" destId="{B6A1CAF1-067B-4B14-8D2B-F80F8DD01D88}" srcOrd="1" destOrd="0" presId="urn:microsoft.com/office/officeart/2018/2/layout/IconCircleList"/>
    <dgm:cxn modelId="{EF426D43-D2FD-4456-8C0A-4A423D239E71}" type="presParOf" srcId="{6D482D81-7614-4AA0-83B3-5A2DC6BA9ABA}" destId="{F9A49523-40EE-41DA-949C-018C6C13FACF}" srcOrd="2" destOrd="0" presId="urn:microsoft.com/office/officeart/2018/2/layout/IconCircleList"/>
    <dgm:cxn modelId="{BF3B4D70-D86A-413E-A03C-ADB472656B9E}" type="presParOf" srcId="{6D482D81-7614-4AA0-83B3-5A2DC6BA9ABA}" destId="{EA866704-7956-44C1-8442-DF47D658C874}" srcOrd="3" destOrd="0" presId="urn:microsoft.com/office/officeart/2018/2/layout/IconCircleList"/>
    <dgm:cxn modelId="{AAC1784E-6F72-4F3A-B787-1FD016CF13FC}" type="presParOf" srcId="{7D8C0C9F-F6F9-4D80-9B20-3357C5578105}" destId="{37E16887-B940-4FC1-BC19-7A3C75329D84}" srcOrd="5" destOrd="0" presId="urn:microsoft.com/office/officeart/2018/2/layout/IconCircleList"/>
    <dgm:cxn modelId="{89637931-B9FE-447D-95EB-D65C9F61FC68}" type="presParOf" srcId="{7D8C0C9F-F6F9-4D80-9B20-3357C5578105}" destId="{3D8FD191-BD96-41C5-BB30-2AB57BA00540}" srcOrd="6" destOrd="0" presId="urn:microsoft.com/office/officeart/2018/2/layout/IconCircleList"/>
    <dgm:cxn modelId="{38ABF66C-FD20-4385-A84D-5867CEC6C8BE}" type="presParOf" srcId="{3D8FD191-BD96-41C5-BB30-2AB57BA00540}" destId="{8DE09445-187F-457F-90C1-A6F8E34C50EB}" srcOrd="0" destOrd="0" presId="urn:microsoft.com/office/officeart/2018/2/layout/IconCircleList"/>
    <dgm:cxn modelId="{42ADC376-637E-4D8A-B1BC-6BC7C853B28B}" type="presParOf" srcId="{3D8FD191-BD96-41C5-BB30-2AB57BA00540}" destId="{BC3A032C-6AF3-434F-B134-BA656C6DA6D4}" srcOrd="1" destOrd="0" presId="urn:microsoft.com/office/officeart/2018/2/layout/IconCircleList"/>
    <dgm:cxn modelId="{18C16A05-BE1F-4CFB-A261-9FEDF0D875DF}" type="presParOf" srcId="{3D8FD191-BD96-41C5-BB30-2AB57BA00540}" destId="{6C2CE891-FFF3-4169-B920-A8452639ACE9}" srcOrd="2" destOrd="0" presId="urn:microsoft.com/office/officeart/2018/2/layout/IconCircleList"/>
    <dgm:cxn modelId="{2134B4FE-7DFC-4C0E-9F68-F381866B29B9}" type="presParOf" srcId="{3D8FD191-BD96-41C5-BB30-2AB57BA00540}" destId="{6E78F26C-3536-4CA6-A77A-03B4DBD0167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A59A66B-AF86-45B0-A317-0A0AA1FC4B0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2DD0EEC-AED1-4E76-936E-36B44BF7352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Shows hardware &amp; software deployment</a:t>
          </a:r>
          <a:endParaRPr lang="en-US" sz="2400" dirty="0"/>
        </a:p>
      </dgm:t>
    </dgm:pt>
    <dgm:pt modelId="{01A913D5-A92E-4DB1-801D-87DEE242023D}" type="parTrans" cxnId="{E7DECCF1-DB89-4D63-8472-EE9DB4D82465}">
      <dgm:prSet/>
      <dgm:spPr/>
      <dgm:t>
        <a:bodyPr/>
        <a:lstStyle/>
        <a:p>
          <a:endParaRPr lang="en-US"/>
        </a:p>
      </dgm:t>
    </dgm:pt>
    <dgm:pt modelId="{8636A2E3-DAC3-4115-87AC-4868F02C2CD2}" type="sibTrans" cxnId="{E7DECCF1-DB89-4D63-8472-EE9DB4D8246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BEBEA0-3F14-435F-A088-8158AC8469D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/>
            <a:t>Represents how software components are installed on hardware</a:t>
          </a:r>
          <a:endParaRPr lang="en-US" sz="2400"/>
        </a:p>
      </dgm:t>
    </dgm:pt>
    <dgm:pt modelId="{0E9C671A-34D8-403A-9344-ECC66FDAEACC}" type="parTrans" cxnId="{98569036-A17E-466E-89D0-7ED0686B3A60}">
      <dgm:prSet/>
      <dgm:spPr/>
      <dgm:t>
        <a:bodyPr/>
        <a:lstStyle/>
        <a:p>
          <a:endParaRPr lang="en-US"/>
        </a:p>
      </dgm:t>
    </dgm:pt>
    <dgm:pt modelId="{407A4860-8933-430A-93C3-08E67CB3AFB0}" type="sibTrans" cxnId="{98569036-A17E-466E-89D0-7ED0686B3A6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73ADDC6-2100-4D56-8AF2-0FE6CD4333E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Elements include:</a:t>
          </a:r>
          <a:endParaRPr lang="en-US" sz="2000" dirty="0"/>
        </a:p>
        <a:p>
          <a:pPr>
            <a:lnSpc>
              <a:spcPct val="100000"/>
            </a:lnSpc>
          </a:pPr>
          <a:r>
            <a:rPr lang="en-GB" sz="2000" dirty="0"/>
            <a:t>Nodes (servers, devices)</a:t>
          </a:r>
          <a:endParaRPr lang="en-US" sz="2000" dirty="0"/>
        </a:p>
        <a:p>
          <a:pPr>
            <a:lnSpc>
              <a:spcPct val="100000"/>
            </a:lnSpc>
          </a:pPr>
          <a:r>
            <a:rPr lang="en-GB" sz="2000" dirty="0"/>
            <a:t>Artifacts (software files)</a:t>
          </a:r>
          <a:endParaRPr lang="en-US" sz="2000" dirty="0"/>
        </a:p>
        <a:p>
          <a:pPr>
            <a:lnSpc>
              <a:spcPct val="100000"/>
            </a:lnSpc>
          </a:pPr>
          <a:r>
            <a:rPr lang="en-GB" sz="2000" dirty="0"/>
            <a:t>Communication links</a:t>
          </a:r>
          <a:endParaRPr lang="en-US" sz="2000" dirty="0"/>
        </a:p>
      </dgm:t>
    </dgm:pt>
    <dgm:pt modelId="{D033ACA1-BF72-4F9B-AEFE-E1EDA2595F9D}" type="parTrans" cxnId="{F2665322-7CF3-4E5C-94A3-FFBC6118926B}">
      <dgm:prSet/>
      <dgm:spPr/>
      <dgm:t>
        <a:bodyPr/>
        <a:lstStyle/>
        <a:p>
          <a:endParaRPr lang="en-US"/>
        </a:p>
      </dgm:t>
    </dgm:pt>
    <dgm:pt modelId="{8D5AB963-D00F-48F9-8D2D-8142AD87E720}" type="sibTrans" cxnId="{F2665322-7CF3-4E5C-94A3-FFBC6118926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717191-CAEC-4DB8-B87F-DB841C8BEF2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Common in network based systems</a:t>
          </a:r>
          <a:endParaRPr lang="en-US"/>
        </a:p>
      </dgm:t>
    </dgm:pt>
    <dgm:pt modelId="{B26646F9-CBCB-408D-92CC-405DD242349C}" type="parTrans" cxnId="{EBDD720D-C31B-481E-8062-9F6BFE22E8BF}">
      <dgm:prSet/>
      <dgm:spPr/>
      <dgm:t>
        <a:bodyPr/>
        <a:lstStyle/>
        <a:p>
          <a:endParaRPr lang="en-US"/>
        </a:p>
      </dgm:t>
    </dgm:pt>
    <dgm:pt modelId="{06B35833-D89F-4BDA-893C-08D293F4A8CB}" type="sibTrans" cxnId="{EBDD720D-C31B-481E-8062-9F6BFE22E8BF}">
      <dgm:prSet/>
      <dgm:spPr/>
      <dgm:t>
        <a:bodyPr/>
        <a:lstStyle/>
        <a:p>
          <a:endParaRPr lang="en-US"/>
        </a:p>
      </dgm:t>
    </dgm:pt>
    <dgm:pt modelId="{E310D3D6-DE28-4023-A04D-AA40542270EB}" type="pres">
      <dgm:prSet presAssocID="{2A59A66B-AF86-45B0-A317-0A0AA1FC4B08}" presName="root" presStyleCnt="0">
        <dgm:presLayoutVars>
          <dgm:dir/>
          <dgm:resizeHandles val="exact"/>
        </dgm:presLayoutVars>
      </dgm:prSet>
      <dgm:spPr/>
    </dgm:pt>
    <dgm:pt modelId="{7D8C0C9F-F6F9-4D80-9B20-3357C5578105}" type="pres">
      <dgm:prSet presAssocID="{2A59A66B-AF86-45B0-A317-0A0AA1FC4B08}" presName="container" presStyleCnt="0">
        <dgm:presLayoutVars>
          <dgm:dir/>
          <dgm:resizeHandles val="exact"/>
        </dgm:presLayoutVars>
      </dgm:prSet>
      <dgm:spPr/>
    </dgm:pt>
    <dgm:pt modelId="{C1F1BAAE-68A9-4778-AC71-E2767EF8FEB8}" type="pres">
      <dgm:prSet presAssocID="{52DD0EEC-AED1-4E76-936E-36B44BF73528}" presName="compNode" presStyleCnt="0"/>
      <dgm:spPr/>
    </dgm:pt>
    <dgm:pt modelId="{687A92F3-7207-4DC5-B40E-151D17F2E251}" type="pres">
      <dgm:prSet presAssocID="{52DD0EEC-AED1-4E76-936E-36B44BF73528}" presName="iconBgRect" presStyleLbl="bgShp" presStyleIdx="0" presStyleCnt="4"/>
      <dgm:spPr/>
    </dgm:pt>
    <dgm:pt modelId="{74A61C5E-615A-45F5-991C-A6DCEAFDCD18}" type="pres">
      <dgm:prSet presAssocID="{52DD0EEC-AED1-4E76-936E-36B44BF7352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nary with solid fill"/>
        </a:ext>
      </dgm:extLst>
    </dgm:pt>
    <dgm:pt modelId="{660C84EC-4B7B-4E6D-A14C-B81CBAA0853D}" type="pres">
      <dgm:prSet presAssocID="{52DD0EEC-AED1-4E76-936E-36B44BF73528}" presName="spaceRect" presStyleCnt="0"/>
      <dgm:spPr/>
    </dgm:pt>
    <dgm:pt modelId="{D8DF06F2-6042-4283-A761-DCE068ED0ECC}" type="pres">
      <dgm:prSet presAssocID="{52DD0EEC-AED1-4E76-936E-36B44BF73528}" presName="textRect" presStyleLbl="revTx" presStyleIdx="0" presStyleCnt="4">
        <dgm:presLayoutVars>
          <dgm:chMax val="1"/>
          <dgm:chPref val="1"/>
        </dgm:presLayoutVars>
      </dgm:prSet>
      <dgm:spPr/>
    </dgm:pt>
    <dgm:pt modelId="{B9283308-7035-425B-95CF-6A4557857A67}" type="pres">
      <dgm:prSet presAssocID="{8636A2E3-DAC3-4115-87AC-4868F02C2CD2}" presName="sibTrans" presStyleLbl="sibTrans2D1" presStyleIdx="0" presStyleCnt="0"/>
      <dgm:spPr/>
    </dgm:pt>
    <dgm:pt modelId="{88B00DCF-612F-45F7-AABE-CA691F81AF79}" type="pres">
      <dgm:prSet presAssocID="{E5BEBEA0-3F14-435F-A088-8158AC8469D0}" presName="compNode" presStyleCnt="0"/>
      <dgm:spPr/>
    </dgm:pt>
    <dgm:pt modelId="{53B410B5-1052-4F47-9477-22B27C4184A2}" type="pres">
      <dgm:prSet presAssocID="{E5BEBEA0-3F14-435F-A088-8158AC8469D0}" presName="iconBgRect" presStyleLbl="bgShp" presStyleIdx="1" presStyleCnt="4"/>
      <dgm:spPr/>
    </dgm:pt>
    <dgm:pt modelId="{CAC31F00-102D-4B51-8075-55B13E8AB757}" type="pres">
      <dgm:prSet presAssocID="{E5BEBEA0-3F14-435F-A088-8158AC8469D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i Ux with solid fill"/>
        </a:ext>
      </dgm:extLst>
    </dgm:pt>
    <dgm:pt modelId="{AA527ABB-AF6A-4368-A61E-3ADFBD850AE6}" type="pres">
      <dgm:prSet presAssocID="{E5BEBEA0-3F14-435F-A088-8158AC8469D0}" presName="spaceRect" presStyleCnt="0"/>
      <dgm:spPr/>
    </dgm:pt>
    <dgm:pt modelId="{1B7076CF-43DF-4D96-A67D-AB6BA4C8D7CB}" type="pres">
      <dgm:prSet presAssocID="{E5BEBEA0-3F14-435F-A088-8158AC8469D0}" presName="textRect" presStyleLbl="revTx" presStyleIdx="1" presStyleCnt="4">
        <dgm:presLayoutVars>
          <dgm:chMax val="1"/>
          <dgm:chPref val="1"/>
        </dgm:presLayoutVars>
      </dgm:prSet>
      <dgm:spPr/>
    </dgm:pt>
    <dgm:pt modelId="{EEEC85E9-5F69-4CAE-90BB-BA7BEDA5EA73}" type="pres">
      <dgm:prSet presAssocID="{407A4860-8933-430A-93C3-08E67CB3AFB0}" presName="sibTrans" presStyleLbl="sibTrans2D1" presStyleIdx="0" presStyleCnt="0"/>
      <dgm:spPr/>
    </dgm:pt>
    <dgm:pt modelId="{6D482D81-7614-4AA0-83B3-5A2DC6BA9ABA}" type="pres">
      <dgm:prSet presAssocID="{773ADDC6-2100-4D56-8AF2-0FE6CD4333EE}" presName="compNode" presStyleCnt="0"/>
      <dgm:spPr/>
    </dgm:pt>
    <dgm:pt modelId="{EC12516E-2B40-4774-B93F-EE1414444395}" type="pres">
      <dgm:prSet presAssocID="{773ADDC6-2100-4D56-8AF2-0FE6CD4333EE}" presName="iconBgRect" presStyleLbl="bgShp" presStyleIdx="2" presStyleCnt="4"/>
      <dgm:spPr/>
    </dgm:pt>
    <dgm:pt modelId="{B6A1CAF1-067B-4B14-8D2B-F80F8DD01D88}" type="pres">
      <dgm:prSet presAssocID="{773ADDC6-2100-4D56-8AF2-0FE6CD4333E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F9A49523-40EE-41DA-949C-018C6C13FACF}" type="pres">
      <dgm:prSet presAssocID="{773ADDC6-2100-4D56-8AF2-0FE6CD4333EE}" presName="spaceRect" presStyleCnt="0"/>
      <dgm:spPr/>
    </dgm:pt>
    <dgm:pt modelId="{EA866704-7956-44C1-8442-DF47D658C874}" type="pres">
      <dgm:prSet presAssocID="{773ADDC6-2100-4D56-8AF2-0FE6CD4333EE}" presName="textRect" presStyleLbl="revTx" presStyleIdx="2" presStyleCnt="4">
        <dgm:presLayoutVars>
          <dgm:chMax val="1"/>
          <dgm:chPref val="1"/>
        </dgm:presLayoutVars>
      </dgm:prSet>
      <dgm:spPr/>
    </dgm:pt>
    <dgm:pt modelId="{37E16887-B940-4FC1-BC19-7A3C75329D84}" type="pres">
      <dgm:prSet presAssocID="{8D5AB963-D00F-48F9-8D2D-8142AD87E720}" presName="sibTrans" presStyleLbl="sibTrans2D1" presStyleIdx="0" presStyleCnt="0"/>
      <dgm:spPr/>
    </dgm:pt>
    <dgm:pt modelId="{3D8FD191-BD96-41C5-BB30-2AB57BA00540}" type="pres">
      <dgm:prSet presAssocID="{E1717191-CAEC-4DB8-B87F-DB841C8BEF23}" presName="compNode" presStyleCnt="0"/>
      <dgm:spPr/>
    </dgm:pt>
    <dgm:pt modelId="{8DE09445-187F-457F-90C1-A6F8E34C50EB}" type="pres">
      <dgm:prSet presAssocID="{E1717191-CAEC-4DB8-B87F-DB841C8BEF23}" presName="iconBgRect" presStyleLbl="bgShp" presStyleIdx="3" presStyleCnt="4"/>
      <dgm:spPr/>
    </dgm:pt>
    <dgm:pt modelId="{BC3A032C-6AF3-434F-B134-BA656C6DA6D4}" type="pres">
      <dgm:prSet presAssocID="{E1717191-CAEC-4DB8-B87F-DB841C8BEF2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6C2CE891-FFF3-4169-B920-A8452639ACE9}" type="pres">
      <dgm:prSet presAssocID="{E1717191-CAEC-4DB8-B87F-DB841C8BEF23}" presName="spaceRect" presStyleCnt="0"/>
      <dgm:spPr/>
    </dgm:pt>
    <dgm:pt modelId="{6E78F26C-3536-4CA6-A77A-03B4DBD0167A}" type="pres">
      <dgm:prSet presAssocID="{E1717191-CAEC-4DB8-B87F-DB841C8BEF2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2AD9C09-E926-419D-BB97-2E2F8F763993}" type="presOf" srcId="{E1717191-CAEC-4DB8-B87F-DB841C8BEF23}" destId="{6E78F26C-3536-4CA6-A77A-03B4DBD0167A}" srcOrd="0" destOrd="0" presId="urn:microsoft.com/office/officeart/2018/2/layout/IconCircleList"/>
    <dgm:cxn modelId="{EBDD720D-C31B-481E-8062-9F6BFE22E8BF}" srcId="{2A59A66B-AF86-45B0-A317-0A0AA1FC4B08}" destId="{E1717191-CAEC-4DB8-B87F-DB841C8BEF23}" srcOrd="3" destOrd="0" parTransId="{B26646F9-CBCB-408D-92CC-405DD242349C}" sibTransId="{06B35833-D89F-4BDA-893C-08D293F4A8CB}"/>
    <dgm:cxn modelId="{DC20641E-B578-4E89-A50C-A03B02E18DCA}" type="presOf" srcId="{2A59A66B-AF86-45B0-A317-0A0AA1FC4B08}" destId="{E310D3D6-DE28-4023-A04D-AA40542270EB}" srcOrd="0" destOrd="0" presId="urn:microsoft.com/office/officeart/2018/2/layout/IconCircleList"/>
    <dgm:cxn modelId="{70CC4E22-B9B5-47AC-9C87-4CF870CC0641}" type="presOf" srcId="{8D5AB963-D00F-48F9-8D2D-8142AD87E720}" destId="{37E16887-B940-4FC1-BC19-7A3C75329D84}" srcOrd="0" destOrd="0" presId="urn:microsoft.com/office/officeart/2018/2/layout/IconCircleList"/>
    <dgm:cxn modelId="{F2665322-7CF3-4E5C-94A3-FFBC6118926B}" srcId="{2A59A66B-AF86-45B0-A317-0A0AA1FC4B08}" destId="{773ADDC6-2100-4D56-8AF2-0FE6CD4333EE}" srcOrd="2" destOrd="0" parTransId="{D033ACA1-BF72-4F9B-AEFE-E1EDA2595F9D}" sibTransId="{8D5AB963-D00F-48F9-8D2D-8142AD87E720}"/>
    <dgm:cxn modelId="{356AE222-8181-43E4-918E-D1BBC3C38338}" type="presOf" srcId="{407A4860-8933-430A-93C3-08E67CB3AFB0}" destId="{EEEC85E9-5F69-4CAE-90BB-BA7BEDA5EA73}" srcOrd="0" destOrd="0" presId="urn:microsoft.com/office/officeart/2018/2/layout/IconCircleList"/>
    <dgm:cxn modelId="{98569036-A17E-466E-89D0-7ED0686B3A60}" srcId="{2A59A66B-AF86-45B0-A317-0A0AA1FC4B08}" destId="{E5BEBEA0-3F14-435F-A088-8158AC8469D0}" srcOrd="1" destOrd="0" parTransId="{0E9C671A-34D8-403A-9344-ECC66FDAEACC}" sibTransId="{407A4860-8933-430A-93C3-08E67CB3AFB0}"/>
    <dgm:cxn modelId="{94DD0140-10FD-4477-92C4-89D1E85A96E1}" type="presOf" srcId="{52DD0EEC-AED1-4E76-936E-36B44BF73528}" destId="{D8DF06F2-6042-4283-A761-DCE068ED0ECC}" srcOrd="0" destOrd="0" presId="urn:microsoft.com/office/officeart/2018/2/layout/IconCircleList"/>
    <dgm:cxn modelId="{7926A777-12C2-451A-87F9-7ECB5547F5FA}" type="presOf" srcId="{E5BEBEA0-3F14-435F-A088-8158AC8469D0}" destId="{1B7076CF-43DF-4D96-A67D-AB6BA4C8D7CB}" srcOrd="0" destOrd="0" presId="urn:microsoft.com/office/officeart/2018/2/layout/IconCircleList"/>
    <dgm:cxn modelId="{4E010FB9-1D31-4AB0-BB7D-C54946ABE6D0}" type="presOf" srcId="{8636A2E3-DAC3-4115-87AC-4868F02C2CD2}" destId="{B9283308-7035-425B-95CF-6A4557857A67}" srcOrd="0" destOrd="0" presId="urn:microsoft.com/office/officeart/2018/2/layout/IconCircleList"/>
    <dgm:cxn modelId="{E7DECCF1-DB89-4D63-8472-EE9DB4D82465}" srcId="{2A59A66B-AF86-45B0-A317-0A0AA1FC4B08}" destId="{52DD0EEC-AED1-4E76-936E-36B44BF73528}" srcOrd="0" destOrd="0" parTransId="{01A913D5-A92E-4DB1-801D-87DEE242023D}" sibTransId="{8636A2E3-DAC3-4115-87AC-4868F02C2CD2}"/>
    <dgm:cxn modelId="{4D6097FF-BFC2-443E-AB7E-95658B025684}" type="presOf" srcId="{773ADDC6-2100-4D56-8AF2-0FE6CD4333EE}" destId="{EA866704-7956-44C1-8442-DF47D658C874}" srcOrd="0" destOrd="0" presId="urn:microsoft.com/office/officeart/2018/2/layout/IconCircleList"/>
    <dgm:cxn modelId="{BCAF43D2-2E5A-420F-9AE0-B0B5598D17E8}" type="presParOf" srcId="{E310D3D6-DE28-4023-A04D-AA40542270EB}" destId="{7D8C0C9F-F6F9-4D80-9B20-3357C5578105}" srcOrd="0" destOrd="0" presId="urn:microsoft.com/office/officeart/2018/2/layout/IconCircleList"/>
    <dgm:cxn modelId="{5CFC16EF-C64B-4F4D-B6CF-556F5AA8CC79}" type="presParOf" srcId="{7D8C0C9F-F6F9-4D80-9B20-3357C5578105}" destId="{C1F1BAAE-68A9-4778-AC71-E2767EF8FEB8}" srcOrd="0" destOrd="0" presId="urn:microsoft.com/office/officeart/2018/2/layout/IconCircleList"/>
    <dgm:cxn modelId="{0968306A-48F2-4B7F-BDC8-EF5620AAE04A}" type="presParOf" srcId="{C1F1BAAE-68A9-4778-AC71-E2767EF8FEB8}" destId="{687A92F3-7207-4DC5-B40E-151D17F2E251}" srcOrd="0" destOrd="0" presId="urn:microsoft.com/office/officeart/2018/2/layout/IconCircleList"/>
    <dgm:cxn modelId="{9E1CC660-A1B8-4CA1-80B9-9F65655338B5}" type="presParOf" srcId="{C1F1BAAE-68A9-4778-AC71-E2767EF8FEB8}" destId="{74A61C5E-615A-45F5-991C-A6DCEAFDCD18}" srcOrd="1" destOrd="0" presId="urn:microsoft.com/office/officeart/2018/2/layout/IconCircleList"/>
    <dgm:cxn modelId="{4256A775-7EA9-47C6-B550-852689A437C9}" type="presParOf" srcId="{C1F1BAAE-68A9-4778-AC71-E2767EF8FEB8}" destId="{660C84EC-4B7B-4E6D-A14C-B81CBAA0853D}" srcOrd="2" destOrd="0" presId="urn:microsoft.com/office/officeart/2018/2/layout/IconCircleList"/>
    <dgm:cxn modelId="{7B29E6F9-F044-4DB0-A90A-444692E30146}" type="presParOf" srcId="{C1F1BAAE-68A9-4778-AC71-E2767EF8FEB8}" destId="{D8DF06F2-6042-4283-A761-DCE068ED0ECC}" srcOrd="3" destOrd="0" presId="urn:microsoft.com/office/officeart/2018/2/layout/IconCircleList"/>
    <dgm:cxn modelId="{DAAA65A9-E3FF-4C0F-AA26-F59520DE4B4B}" type="presParOf" srcId="{7D8C0C9F-F6F9-4D80-9B20-3357C5578105}" destId="{B9283308-7035-425B-95CF-6A4557857A67}" srcOrd="1" destOrd="0" presId="urn:microsoft.com/office/officeart/2018/2/layout/IconCircleList"/>
    <dgm:cxn modelId="{3FE232B0-649B-4035-80F8-473047D4F052}" type="presParOf" srcId="{7D8C0C9F-F6F9-4D80-9B20-3357C5578105}" destId="{88B00DCF-612F-45F7-AABE-CA691F81AF79}" srcOrd="2" destOrd="0" presId="urn:microsoft.com/office/officeart/2018/2/layout/IconCircleList"/>
    <dgm:cxn modelId="{B2C0C880-2852-41D8-9C4A-D4D17F664638}" type="presParOf" srcId="{88B00DCF-612F-45F7-AABE-CA691F81AF79}" destId="{53B410B5-1052-4F47-9477-22B27C4184A2}" srcOrd="0" destOrd="0" presId="urn:microsoft.com/office/officeart/2018/2/layout/IconCircleList"/>
    <dgm:cxn modelId="{652E14DB-09E7-48A6-9030-992277EB5975}" type="presParOf" srcId="{88B00DCF-612F-45F7-AABE-CA691F81AF79}" destId="{CAC31F00-102D-4B51-8075-55B13E8AB757}" srcOrd="1" destOrd="0" presId="urn:microsoft.com/office/officeart/2018/2/layout/IconCircleList"/>
    <dgm:cxn modelId="{C7CA89B2-46FE-4664-9F55-ABD6C5E5B6E5}" type="presParOf" srcId="{88B00DCF-612F-45F7-AABE-CA691F81AF79}" destId="{AA527ABB-AF6A-4368-A61E-3ADFBD850AE6}" srcOrd="2" destOrd="0" presId="urn:microsoft.com/office/officeart/2018/2/layout/IconCircleList"/>
    <dgm:cxn modelId="{EB9DA73A-1761-4AFB-875C-2656D9CA3880}" type="presParOf" srcId="{88B00DCF-612F-45F7-AABE-CA691F81AF79}" destId="{1B7076CF-43DF-4D96-A67D-AB6BA4C8D7CB}" srcOrd="3" destOrd="0" presId="urn:microsoft.com/office/officeart/2018/2/layout/IconCircleList"/>
    <dgm:cxn modelId="{AD01BBBD-5A36-47E2-9BFC-BEB8594E5AA0}" type="presParOf" srcId="{7D8C0C9F-F6F9-4D80-9B20-3357C5578105}" destId="{EEEC85E9-5F69-4CAE-90BB-BA7BEDA5EA73}" srcOrd="3" destOrd="0" presId="urn:microsoft.com/office/officeart/2018/2/layout/IconCircleList"/>
    <dgm:cxn modelId="{364FAB7D-358A-446C-90D4-BB7F5D965EC2}" type="presParOf" srcId="{7D8C0C9F-F6F9-4D80-9B20-3357C5578105}" destId="{6D482D81-7614-4AA0-83B3-5A2DC6BA9ABA}" srcOrd="4" destOrd="0" presId="urn:microsoft.com/office/officeart/2018/2/layout/IconCircleList"/>
    <dgm:cxn modelId="{C9BCB931-E03A-413B-B551-6DFCDD52C5FF}" type="presParOf" srcId="{6D482D81-7614-4AA0-83B3-5A2DC6BA9ABA}" destId="{EC12516E-2B40-4774-B93F-EE1414444395}" srcOrd="0" destOrd="0" presId="urn:microsoft.com/office/officeart/2018/2/layout/IconCircleList"/>
    <dgm:cxn modelId="{3AEF3ACF-60D9-4B1E-B850-B0770AC58A6A}" type="presParOf" srcId="{6D482D81-7614-4AA0-83B3-5A2DC6BA9ABA}" destId="{B6A1CAF1-067B-4B14-8D2B-F80F8DD01D88}" srcOrd="1" destOrd="0" presId="urn:microsoft.com/office/officeart/2018/2/layout/IconCircleList"/>
    <dgm:cxn modelId="{EF426D43-D2FD-4456-8C0A-4A423D239E71}" type="presParOf" srcId="{6D482D81-7614-4AA0-83B3-5A2DC6BA9ABA}" destId="{F9A49523-40EE-41DA-949C-018C6C13FACF}" srcOrd="2" destOrd="0" presId="urn:microsoft.com/office/officeart/2018/2/layout/IconCircleList"/>
    <dgm:cxn modelId="{BF3B4D70-D86A-413E-A03C-ADB472656B9E}" type="presParOf" srcId="{6D482D81-7614-4AA0-83B3-5A2DC6BA9ABA}" destId="{EA866704-7956-44C1-8442-DF47D658C874}" srcOrd="3" destOrd="0" presId="urn:microsoft.com/office/officeart/2018/2/layout/IconCircleList"/>
    <dgm:cxn modelId="{AAC1784E-6F72-4F3A-B787-1FD016CF13FC}" type="presParOf" srcId="{7D8C0C9F-F6F9-4D80-9B20-3357C5578105}" destId="{37E16887-B940-4FC1-BC19-7A3C75329D84}" srcOrd="5" destOrd="0" presId="urn:microsoft.com/office/officeart/2018/2/layout/IconCircleList"/>
    <dgm:cxn modelId="{89637931-B9FE-447D-95EB-D65C9F61FC68}" type="presParOf" srcId="{7D8C0C9F-F6F9-4D80-9B20-3357C5578105}" destId="{3D8FD191-BD96-41C5-BB30-2AB57BA00540}" srcOrd="6" destOrd="0" presId="urn:microsoft.com/office/officeart/2018/2/layout/IconCircleList"/>
    <dgm:cxn modelId="{38ABF66C-FD20-4385-A84D-5867CEC6C8BE}" type="presParOf" srcId="{3D8FD191-BD96-41C5-BB30-2AB57BA00540}" destId="{8DE09445-187F-457F-90C1-A6F8E34C50EB}" srcOrd="0" destOrd="0" presId="urn:microsoft.com/office/officeart/2018/2/layout/IconCircleList"/>
    <dgm:cxn modelId="{42ADC376-637E-4D8A-B1BC-6BC7C853B28B}" type="presParOf" srcId="{3D8FD191-BD96-41C5-BB30-2AB57BA00540}" destId="{BC3A032C-6AF3-434F-B134-BA656C6DA6D4}" srcOrd="1" destOrd="0" presId="urn:microsoft.com/office/officeart/2018/2/layout/IconCircleList"/>
    <dgm:cxn modelId="{18C16A05-BE1F-4CFB-A261-9FEDF0D875DF}" type="presParOf" srcId="{3D8FD191-BD96-41C5-BB30-2AB57BA00540}" destId="{6C2CE891-FFF3-4169-B920-A8452639ACE9}" srcOrd="2" destOrd="0" presId="urn:microsoft.com/office/officeart/2018/2/layout/IconCircleList"/>
    <dgm:cxn modelId="{2134B4FE-7DFC-4C0E-9F68-F381866B29B9}" type="presParOf" srcId="{3D8FD191-BD96-41C5-BB30-2AB57BA00540}" destId="{6E78F26C-3536-4CA6-A77A-03B4DBD0167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A59A66B-AF86-45B0-A317-0A0AA1FC4B0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2DD0EEC-AED1-4E76-936E-36B44BF7352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Helps visualize system architecture clearly</a:t>
          </a:r>
          <a:endParaRPr lang="en-US" sz="2400" dirty="0"/>
        </a:p>
      </dgm:t>
    </dgm:pt>
    <dgm:pt modelId="{01A913D5-A92E-4DB1-801D-87DEE242023D}" type="parTrans" cxnId="{E7DECCF1-DB89-4D63-8472-EE9DB4D82465}">
      <dgm:prSet/>
      <dgm:spPr/>
      <dgm:t>
        <a:bodyPr/>
        <a:lstStyle/>
        <a:p>
          <a:endParaRPr lang="en-US"/>
        </a:p>
      </dgm:t>
    </dgm:pt>
    <dgm:pt modelId="{8636A2E3-DAC3-4115-87AC-4868F02C2CD2}" type="sibTrans" cxnId="{E7DECCF1-DB89-4D63-8472-EE9DB4D8246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BEBEA0-3F14-435F-A088-8158AC8469D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Improves communication among developers</a:t>
          </a:r>
          <a:endParaRPr lang="en-US" sz="2400" dirty="0"/>
        </a:p>
      </dgm:t>
    </dgm:pt>
    <dgm:pt modelId="{0E9C671A-34D8-403A-9344-ECC66FDAEACC}" type="parTrans" cxnId="{98569036-A17E-466E-89D0-7ED0686B3A60}">
      <dgm:prSet/>
      <dgm:spPr/>
      <dgm:t>
        <a:bodyPr/>
        <a:lstStyle/>
        <a:p>
          <a:endParaRPr lang="en-US"/>
        </a:p>
      </dgm:t>
    </dgm:pt>
    <dgm:pt modelId="{407A4860-8933-430A-93C3-08E67CB3AFB0}" type="sibTrans" cxnId="{98569036-A17E-466E-89D0-7ED0686B3A6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73ADDC6-2100-4D56-8AF2-0FE6CD4333E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Makes system documentation easier</a:t>
          </a:r>
          <a:endParaRPr lang="en-US" sz="2400" dirty="0"/>
        </a:p>
      </dgm:t>
    </dgm:pt>
    <dgm:pt modelId="{D033ACA1-BF72-4F9B-AEFE-E1EDA2595F9D}" type="parTrans" cxnId="{F2665322-7CF3-4E5C-94A3-FFBC6118926B}">
      <dgm:prSet/>
      <dgm:spPr/>
      <dgm:t>
        <a:bodyPr/>
        <a:lstStyle/>
        <a:p>
          <a:endParaRPr lang="en-US"/>
        </a:p>
      </dgm:t>
    </dgm:pt>
    <dgm:pt modelId="{8D5AB963-D00F-48F9-8D2D-8142AD87E720}" type="sibTrans" cxnId="{F2665322-7CF3-4E5C-94A3-FFBC6118926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717191-CAEC-4DB8-B87F-DB841C8BEF2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Helps identify relationships &amp; dependencies</a:t>
          </a:r>
          <a:endParaRPr lang="en-US" dirty="0"/>
        </a:p>
      </dgm:t>
    </dgm:pt>
    <dgm:pt modelId="{B26646F9-CBCB-408D-92CC-405DD242349C}" type="parTrans" cxnId="{EBDD720D-C31B-481E-8062-9F6BFE22E8BF}">
      <dgm:prSet/>
      <dgm:spPr/>
      <dgm:t>
        <a:bodyPr/>
        <a:lstStyle/>
        <a:p>
          <a:endParaRPr lang="en-US"/>
        </a:p>
      </dgm:t>
    </dgm:pt>
    <dgm:pt modelId="{06B35833-D89F-4BDA-893C-08D293F4A8CB}" type="sibTrans" cxnId="{EBDD720D-C31B-481E-8062-9F6BFE22E8B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4EC91F3-F6B5-445B-ACBB-16FF35BBDB2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Useful for planning &amp; maintain software systems</a:t>
          </a:r>
        </a:p>
      </dgm:t>
    </dgm:pt>
    <dgm:pt modelId="{14DFC508-7125-4594-84D2-A9BE448E4578}" type="parTrans" cxnId="{9CAB34A5-16F8-48DC-9456-48FBDDFAF960}">
      <dgm:prSet/>
      <dgm:spPr/>
      <dgm:t>
        <a:bodyPr/>
        <a:lstStyle/>
        <a:p>
          <a:endParaRPr lang="en-GB"/>
        </a:p>
      </dgm:t>
    </dgm:pt>
    <dgm:pt modelId="{6748F2CC-9F25-403B-A5F8-AD613A9D8858}" type="sibTrans" cxnId="{9CAB34A5-16F8-48DC-9456-48FBDDFAF960}">
      <dgm:prSet/>
      <dgm:spPr/>
      <dgm:t>
        <a:bodyPr/>
        <a:lstStyle/>
        <a:p>
          <a:endParaRPr lang="en-GB"/>
        </a:p>
      </dgm:t>
    </dgm:pt>
    <dgm:pt modelId="{E310D3D6-DE28-4023-A04D-AA40542270EB}" type="pres">
      <dgm:prSet presAssocID="{2A59A66B-AF86-45B0-A317-0A0AA1FC4B08}" presName="root" presStyleCnt="0">
        <dgm:presLayoutVars>
          <dgm:dir/>
          <dgm:resizeHandles val="exact"/>
        </dgm:presLayoutVars>
      </dgm:prSet>
      <dgm:spPr/>
    </dgm:pt>
    <dgm:pt modelId="{7D8C0C9F-F6F9-4D80-9B20-3357C5578105}" type="pres">
      <dgm:prSet presAssocID="{2A59A66B-AF86-45B0-A317-0A0AA1FC4B08}" presName="container" presStyleCnt="0">
        <dgm:presLayoutVars>
          <dgm:dir/>
          <dgm:resizeHandles val="exact"/>
        </dgm:presLayoutVars>
      </dgm:prSet>
      <dgm:spPr/>
    </dgm:pt>
    <dgm:pt modelId="{C1F1BAAE-68A9-4778-AC71-E2767EF8FEB8}" type="pres">
      <dgm:prSet presAssocID="{52DD0EEC-AED1-4E76-936E-36B44BF73528}" presName="compNode" presStyleCnt="0"/>
      <dgm:spPr/>
    </dgm:pt>
    <dgm:pt modelId="{687A92F3-7207-4DC5-B40E-151D17F2E251}" type="pres">
      <dgm:prSet presAssocID="{52DD0EEC-AED1-4E76-936E-36B44BF73528}" presName="iconBgRect" presStyleLbl="bgShp" presStyleIdx="0" presStyleCnt="5"/>
      <dgm:spPr/>
    </dgm:pt>
    <dgm:pt modelId="{74A61C5E-615A-45F5-991C-A6DCEAFDCD18}" type="pres">
      <dgm:prSet presAssocID="{52DD0EEC-AED1-4E76-936E-36B44BF7352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60C84EC-4B7B-4E6D-A14C-B81CBAA0853D}" type="pres">
      <dgm:prSet presAssocID="{52DD0EEC-AED1-4E76-936E-36B44BF73528}" presName="spaceRect" presStyleCnt="0"/>
      <dgm:spPr/>
    </dgm:pt>
    <dgm:pt modelId="{D8DF06F2-6042-4283-A761-DCE068ED0ECC}" type="pres">
      <dgm:prSet presAssocID="{52DD0EEC-AED1-4E76-936E-36B44BF73528}" presName="textRect" presStyleLbl="revTx" presStyleIdx="0" presStyleCnt="5">
        <dgm:presLayoutVars>
          <dgm:chMax val="1"/>
          <dgm:chPref val="1"/>
        </dgm:presLayoutVars>
      </dgm:prSet>
      <dgm:spPr/>
    </dgm:pt>
    <dgm:pt modelId="{B9283308-7035-425B-95CF-6A4557857A67}" type="pres">
      <dgm:prSet presAssocID="{8636A2E3-DAC3-4115-87AC-4868F02C2CD2}" presName="sibTrans" presStyleLbl="sibTrans2D1" presStyleIdx="0" presStyleCnt="0"/>
      <dgm:spPr/>
    </dgm:pt>
    <dgm:pt modelId="{88B00DCF-612F-45F7-AABE-CA691F81AF79}" type="pres">
      <dgm:prSet presAssocID="{E5BEBEA0-3F14-435F-A088-8158AC8469D0}" presName="compNode" presStyleCnt="0"/>
      <dgm:spPr/>
    </dgm:pt>
    <dgm:pt modelId="{53B410B5-1052-4F47-9477-22B27C4184A2}" type="pres">
      <dgm:prSet presAssocID="{E5BEBEA0-3F14-435F-A088-8158AC8469D0}" presName="iconBgRect" presStyleLbl="bgShp" presStyleIdx="1" presStyleCnt="5"/>
      <dgm:spPr/>
    </dgm:pt>
    <dgm:pt modelId="{CAC31F00-102D-4B51-8075-55B13E8AB757}" type="pres">
      <dgm:prSet presAssocID="{E5BEBEA0-3F14-435F-A088-8158AC8469D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with solid fill"/>
        </a:ext>
      </dgm:extLst>
    </dgm:pt>
    <dgm:pt modelId="{AA527ABB-AF6A-4368-A61E-3ADFBD850AE6}" type="pres">
      <dgm:prSet presAssocID="{E5BEBEA0-3F14-435F-A088-8158AC8469D0}" presName="spaceRect" presStyleCnt="0"/>
      <dgm:spPr/>
    </dgm:pt>
    <dgm:pt modelId="{1B7076CF-43DF-4D96-A67D-AB6BA4C8D7CB}" type="pres">
      <dgm:prSet presAssocID="{E5BEBEA0-3F14-435F-A088-8158AC8469D0}" presName="textRect" presStyleLbl="revTx" presStyleIdx="1" presStyleCnt="5">
        <dgm:presLayoutVars>
          <dgm:chMax val="1"/>
          <dgm:chPref val="1"/>
        </dgm:presLayoutVars>
      </dgm:prSet>
      <dgm:spPr/>
    </dgm:pt>
    <dgm:pt modelId="{EEEC85E9-5F69-4CAE-90BB-BA7BEDA5EA73}" type="pres">
      <dgm:prSet presAssocID="{407A4860-8933-430A-93C3-08E67CB3AFB0}" presName="sibTrans" presStyleLbl="sibTrans2D1" presStyleIdx="0" presStyleCnt="0"/>
      <dgm:spPr/>
    </dgm:pt>
    <dgm:pt modelId="{6D482D81-7614-4AA0-83B3-5A2DC6BA9ABA}" type="pres">
      <dgm:prSet presAssocID="{773ADDC6-2100-4D56-8AF2-0FE6CD4333EE}" presName="compNode" presStyleCnt="0"/>
      <dgm:spPr/>
    </dgm:pt>
    <dgm:pt modelId="{EC12516E-2B40-4774-B93F-EE1414444395}" type="pres">
      <dgm:prSet presAssocID="{773ADDC6-2100-4D56-8AF2-0FE6CD4333EE}" presName="iconBgRect" presStyleLbl="bgShp" presStyleIdx="2" presStyleCnt="5"/>
      <dgm:spPr/>
    </dgm:pt>
    <dgm:pt modelId="{B6A1CAF1-067B-4B14-8D2B-F80F8DD01D88}" type="pres">
      <dgm:prSet presAssocID="{773ADDC6-2100-4D56-8AF2-0FE6CD4333E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 with solid fill"/>
        </a:ext>
      </dgm:extLst>
    </dgm:pt>
    <dgm:pt modelId="{F9A49523-40EE-41DA-949C-018C6C13FACF}" type="pres">
      <dgm:prSet presAssocID="{773ADDC6-2100-4D56-8AF2-0FE6CD4333EE}" presName="spaceRect" presStyleCnt="0"/>
      <dgm:spPr/>
    </dgm:pt>
    <dgm:pt modelId="{EA866704-7956-44C1-8442-DF47D658C874}" type="pres">
      <dgm:prSet presAssocID="{773ADDC6-2100-4D56-8AF2-0FE6CD4333EE}" presName="textRect" presStyleLbl="revTx" presStyleIdx="2" presStyleCnt="5">
        <dgm:presLayoutVars>
          <dgm:chMax val="1"/>
          <dgm:chPref val="1"/>
        </dgm:presLayoutVars>
      </dgm:prSet>
      <dgm:spPr/>
    </dgm:pt>
    <dgm:pt modelId="{37E16887-B940-4FC1-BC19-7A3C75329D84}" type="pres">
      <dgm:prSet presAssocID="{8D5AB963-D00F-48F9-8D2D-8142AD87E720}" presName="sibTrans" presStyleLbl="sibTrans2D1" presStyleIdx="0" presStyleCnt="0"/>
      <dgm:spPr/>
    </dgm:pt>
    <dgm:pt modelId="{3D8FD191-BD96-41C5-BB30-2AB57BA00540}" type="pres">
      <dgm:prSet presAssocID="{E1717191-CAEC-4DB8-B87F-DB841C8BEF23}" presName="compNode" presStyleCnt="0"/>
      <dgm:spPr/>
    </dgm:pt>
    <dgm:pt modelId="{8DE09445-187F-457F-90C1-A6F8E34C50EB}" type="pres">
      <dgm:prSet presAssocID="{E1717191-CAEC-4DB8-B87F-DB841C8BEF23}" presName="iconBgRect" presStyleLbl="bgShp" presStyleIdx="3" presStyleCnt="5"/>
      <dgm:spPr/>
    </dgm:pt>
    <dgm:pt modelId="{BC3A032C-6AF3-434F-B134-BA656C6DA6D4}" type="pres">
      <dgm:prSet presAssocID="{E1717191-CAEC-4DB8-B87F-DB841C8BEF2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6C2CE891-FFF3-4169-B920-A8452639ACE9}" type="pres">
      <dgm:prSet presAssocID="{E1717191-CAEC-4DB8-B87F-DB841C8BEF23}" presName="spaceRect" presStyleCnt="0"/>
      <dgm:spPr/>
    </dgm:pt>
    <dgm:pt modelId="{6E78F26C-3536-4CA6-A77A-03B4DBD0167A}" type="pres">
      <dgm:prSet presAssocID="{E1717191-CAEC-4DB8-B87F-DB841C8BEF23}" presName="textRect" presStyleLbl="revTx" presStyleIdx="3" presStyleCnt="5">
        <dgm:presLayoutVars>
          <dgm:chMax val="1"/>
          <dgm:chPref val="1"/>
        </dgm:presLayoutVars>
      </dgm:prSet>
      <dgm:spPr/>
    </dgm:pt>
    <dgm:pt modelId="{C44CD849-F838-4E42-861B-B69DFDCD578E}" type="pres">
      <dgm:prSet presAssocID="{06B35833-D89F-4BDA-893C-08D293F4A8CB}" presName="sibTrans" presStyleLbl="sibTrans2D1" presStyleIdx="0" presStyleCnt="0"/>
      <dgm:spPr/>
    </dgm:pt>
    <dgm:pt modelId="{516045E4-7D90-42C2-8807-59EAB27350C0}" type="pres">
      <dgm:prSet presAssocID="{54EC91F3-F6B5-445B-ACBB-16FF35BBDB20}" presName="compNode" presStyleCnt="0"/>
      <dgm:spPr/>
    </dgm:pt>
    <dgm:pt modelId="{D3F9C6CA-3E1D-4EC6-BC11-0DCD51E7E0AC}" type="pres">
      <dgm:prSet presAssocID="{54EC91F3-F6B5-445B-ACBB-16FF35BBDB20}" presName="iconBgRect" presStyleLbl="bgShp" presStyleIdx="4" presStyleCnt="5"/>
      <dgm:spPr/>
    </dgm:pt>
    <dgm:pt modelId="{A2D11165-CA6F-49F0-8532-4E52FC969B71}" type="pres">
      <dgm:prSet presAssocID="{54EC91F3-F6B5-445B-ACBB-16FF35BBDB2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 with solid fill"/>
        </a:ext>
      </dgm:extLst>
    </dgm:pt>
    <dgm:pt modelId="{10F455CA-B9D2-488C-A954-F1FF9ED32C70}" type="pres">
      <dgm:prSet presAssocID="{54EC91F3-F6B5-445B-ACBB-16FF35BBDB20}" presName="spaceRect" presStyleCnt="0"/>
      <dgm:spPr/>
    </dgm:pt>
    <dgm:pt modelId="{15BD3F35-EC80-401E-954B-5C9D11EDEC22}" type="pres">
      <dgm:prSet presAssocID="{54EC91F3-F6B5-445B-ACBB-16FF35BBDB2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2AD9C09-E926-419D-BB97-2E2F8F763993}" type="presOf" srcId="{E1717191-CAEC-4DB8-B87F-DB841C8BEF23}" destId="{6E78F26C-3536-4CA6-A77A-03B4DBD0167A}" srcOrd="0" destOrd="0" presId="urn:microsoft.com/office/officeart/2018/2/layout/IconCircleList"/>
    <dgm:cxn modelId="{EBDD720D-C31B-481E-8062-9F6BFE22E8BF}" srcId="{2A59A66B-AF86-45B0-A317-0A0AA1FC4B08}" destId="{E1717191-CAEC-4DB8-B87F-DB841C8BEF23}" srcOrd="3" destOrd="0" parTransId="{B26646F9-CBCB-408D-92CC-405DD242349C}" sibTransId="{06B35833-D89F-4BDA-893C-08D293F4A8CB}"/>
    <dgm:cxn modelId="{DC20641E-B578-4E89-A50C-A03B02E18DCA}" type="presOf" srcId="{2A59A66B-AF86-45B0-A317-0A0AA1FC4B08}" destId="{E310D3D6-DE28-4023-A04D-AA40542270EB}" srcOrd="0" destOrd="0" presId="urn:microsoft.com/office/officeart/2018/2/layout/IconCircleList"/>
    <dgm:cxn modelId="{70CC4E22-B9B5-47AC-9C87-4CF870CC0641}" type="presOf" srcId="{8D5AB963-D00F-48F9-8D2D-8142AD87E720}" destId="{37E16887-B940-4FC1-BC19-7A3C75329D84}" srcOrd="0" destOrd="0" presId="urn:microsoft.com/office/officeart/2018/2/layout/IconCircleList"/>
    <dgm:cxn modelId="{F2665322-7CF3-4E5C-94A3-FFBC6118926B}" srcId="{2A59A66B-AF86-45B0-A317-0A0AA1FC4B08}" destId="{773ADDC6-2100-4D56-8AF2-0FE6CD4333EE}" srcOrd="2" destOrd="0" parTransId="{D033ACA1-BF72-4F9B-AEFE-E1EDA2595F9D}" sibTransId="{8D5AB963-D00F-48F9-8D2D-8142AD87E720}"/>
    <dgm:cxn modelId="{356AE222-8181-43E4-918E-D1BBC3C38338}" type="presOf" srcId="{407A4860-8933-430A-93C3-08E67CB3AFB0}" destId="{EEEC85E9-5F69-4CAE-90BB-BA7BEDA5EA73}" srcOrd="0" destOrd="0" presId="urn:microsoft.com/office/officeart/2018/2/layout/IconCircleList"/>
    <dgm:cxn modelId="{98569036-A17E-466E-89D0-7ED0686B3A60}" srcId="{2A59A66B-AF86-45B0-A317-0A0AA1FC4B08}" destId="{E5BEBEA0-3F14-435F-A088-8158AC8469D0}" srcOrd="1" destOrd="0" parTransId="{0E9C671A-34D8-403A-9344-ECC66FDAEACC}" sibTransId="{407A4860-8933-430A-93C3-08E67CB3AFB0}"/>
    <dgm:cxn modelId="{94DD0140-10FD-4477-92C4-89D1E85A96E1}" type="presOf" srcId="{52DD0EEC-AED1-4E76-936E-36B44BF73528}" destId="{D8DF06F2-6042-4283-A761-DCE068ED0ECC}" srcOrd="0" destOrd="0" presId="urn:microsoft.com/office/officeart/2018/2/layout/IconCircleList"/>
    <dgm:cxn modelId="{7926A777-12C2-451A-87F9-7ECB5547F5FA}" type="presOf" srcId="{E5BEBEA0-3F14-435F-A088-8158AC8469D0}" destId="{1B7076CF-43DF-4D96-A67D-AB6BA4C8D7CB}" srcOrd="0" destOrd="0" presId="urn:microsoft.com/office/officeart/2018/2/layout/IconCircleList"/>
    <dgm:cxn modelId="{9CAB34A5-16F8-48DC-9456-48FBDDFAF960}" srcId="{2A59A66B-AF86-45B0-A317-0A0AA1FC4B08}" destId="{54EC91F3-F6B5-445B-ACBB-16FF35BBDB20}" srcOrd="4" destOrd="0" parTransId="{14DFC508-7125-4594-84D2-A9BE448E4578}" sibTransId="{6748F2CC-9F25-403B-A5F8-AD613A9D8858}"/>
    <dgm:cxn modelId="{2020B1B7-6782-4A13-9B89-3590E185F8D1}" type="presOf" srcId="{54EC91F3-F6B5-445B-ACBB-16FF35BBDB20}" destId="{15BD3F35-EC80-401E-954B-5C9D11EDEC22}" srcOrd="0" destOrd="0" presId="urn:microsoft.com/office/officeart/2018/2/layout/IconCircleList"/>
    <dgm:cxn modelId="{4E010FB9-1D31-4AB0-BB7D-C54946ABE6D0}" type="presOf" srcId="{8636A2E3-DAC3-4115-87AC-4868F02C2CD2}" destId="{B9283308-7035-425B-95CF-6A4557857A67}" srcOrd="0" destOrd="0" presId="urn:microsoft.com/office/officeart/2018/2/layout/IconCircleList"/>
    <dgm:cxn modelId="{CB0512B9-46F8-4623-8446-5B9064F82BB5}" type="presOf" srcId="{06B35833-D89F-4BDA-893C-08D293F4A8CB}" destId="{C44CD849-F838-4E42-861B-B69DFDCD578E}" srcOrd="0" destOrd="0" presId="urn:microsoft.com/office/officeart/2018/2/layout/IconCircleList"/>
    <dgm:cxn modelId="{E7DECCF1-DB89-4D63-8472-EE9DB4D82465}" srcId="{2A59A66B-AF86-45B0-A317-0A0AA1FC4B08}" destId="{52DD0EEC-AED1-4E76-936E-36B44BF73528}" srcOrd="0" destOrd="0" parTransId="{01A913D5-A92E-4DB1-801D-87DEE242023D}" sibTransId="{8636A2E3-DAC3-4115-87AC-4868F02C2CD2}"/>
    <dgm:cxn modelId="{4D6097FF-BFC2-443E-AB7E-95658B025684}" type="presOf" srcId="{773ADDC6-2100-4D56-8AF2-0FE6CD4333EE}" destId="{EA866704-7956-44C1-8442-DF47D658C874}" srcOrd="0" destOrd="0" presId="urn:microsoft.com/office/officeart/2018/2/layout/IconCircleList"/>
    <dgm:cxn modelId="{BCAF43D2-2E5A-420F-9AE0-B0B5598D17E8}" type="presParOf" srcId="{E310D3D6-DE28-4023-A04D-AA40542270EB}" destId="{7D8C0C9F-F6F9-4D80-9B20-3357C5578105}" srcOrd="0" destOrd="0" presId="urn:microsoft.com/office/officeart/2018/2/layout/IconCircleList"/>
    <dgm:cxn modelId="{5CFC16EF-C64B-4F4D-B6CF-556F5AA8CC79}" type="presParOf" srcId="{7D8C0C9F-F6F9-4D80-9B20-3357C5578105}" destId="{C1F1BAAE-68A9-4778-AC71-E2767EF8FEB8}" srcOrd="0" destOrd="0" presId="urn:microsoft.com/office/officeart/2018/2/layout/IconCircleList"/>
    <dgm:cxn modelId="{0968306A-48F2-4B7F-BDC8-EF5620AAE04A}" type="presParOf" srcId="{C1F1BAAE-68A9-4778-AC71-E2767EF8FEB8}" destId="{687A92F3-7207-4DC5-B40E-151D17F2E251}" srcOrd="0" destOrd="0" presId="urn:microsoft.com/office/officeart/2018/2/layout/IconCircleList"/>
    <dgm:cxn modelId="{9E1CC660-A1B8-4CA1-80B9-9F65655338B5}" type="presParOf" srcId="{C1F1BAAE-68A9-4778-AC71-E2767EF8FEB8}" destId="{74A61C5E-615A-45F5-991C-A6DCEAFDCD18}" srcOrd="1" destOrd="0" presId="urn:microsoft.com/office/officeart/2018/2/layout/IconCircleList"/>
    <dgm:cxn modelId="{4256A775-7EA9-47C6-B550-852689A437C9}" type="presParOf" srcId="{C1F1BAAE-68A9-4778-AC71-E2767EF8FEB8}" destId="{660C84EC-4B7B-4E6D-A14C-B81CBAA0853D}" srcOrd="2" destOrd="0" presId="urn:microsoft.com/office/officeart/2018/2/layout/IconCircleList"/>
    <dgm:cxn modelId="{7B29E6F9-F044-4DB0-A90A-444692E30146}" type="presParOf" srcId="{C1F1BAAE-68A9-4778-AC71-E2767EF8FEB8}" destId="{D8DF06F2-6042-4283-A761-DCE068ED0ECC}" srcOrd="3" destOrd="0" presId="urn:microsoft.com/office/officeart/2018/2/layout/IconCircleList"/>
    <dgm:cxn modelId="{DAAA65A9-E3FF-4C0F-AA26-F59520DE4B4B}" type="presParOf" srcId="{7D8C0C9F-F6F9-4D80-9B20-3357C5578105}" destId="{B9283308-7035-425B-95CF-6A4557857A67}" srcOrd="1" destOrd="0" presId="urn:microsoft.com/office/officeart/2018/2/layout/IconCircleList"/>
    <dgm:cxn modelId="{3FE232B0-649B-4035-80F8-473047D4F052}" type="presParOf" srcId="{7D8C0C9F-F6F9-4D80-9B20-3357C5578105}" destId="{88B00DCF-612F-45F7-AABE-CA691F81AF79}" srcOrd="2" destOrd="0" presId="urn:microsoft.com/office/officeart/2018/2/layout/IconCircleList"/>
    <dgm:cxn modelId="{B2C0C880-2852-41D8-9C4A-D4D17F664638}" type="presParOf" srcId="{88B00DCF-612F-45F7-AABE-CA691F81AF79}" destId="{53B410B5-1052-4F47-9477-22B27C4184A2}" srcOrd="0" destOrd="0" presId="urn:microsoft.com/office/officeart/2018/2/layout/IconCircleList"/>
    <dgm:cxn modelId="{652E14DB-09E7-48A6-9030-992277EB5975}" type="presParOf" srcId="{88B00DCF-612F-45F7-AABE-CA691F81AF79}" destId="{CAC31F00-102D-4B51-8075-55B13E8AB757}" srcOrd="1" destOrd="0" presId="urn:microsoft.com/office/officeart/2018/2/layout/IconCircleList"/>
    <dgm:cxn modelId="{C7CA89B2-46FE-4664-9F55-ABD6C5E5B6E5}" type="presParOf" srcId="{88B00DCF-612F-45F7-AABE-CA691F81AF79}" destId="{AA527ABB-AF6A-4368-A61E-3ADFBD850AE6}" srcOrd="2" destOrd="0" presId="urn:microsoft.com/office/officeart/2018/2/layout/IconCircleList"/>
    <dgm:cxn modelId="{EB9DA73A-1761-4AFB-875C-2656D9CA3880}" type="presParOf" srcId="{88B00DCF-612F-45F7-AABE-CA691F81AF79}" destId="{1B7076CF-43DF-4D96-A67D-AB6BA4C8D7CB}" srcOrd="3" destOrd="0" presId="urn:microsoft.com/office/officeart/2018/2/layout/IconCircleList"/>
    <dgm:cxn modelId="{AD01BBBD-5A36-47E2-9BFC-BEB8594E5AA0}" type="presParOf" srcId="{7D8C0C9F-F6F9-4D80-9B20-3357C5578105}" destId="{EEEC85E9-5F69-4CAE-90BB-BA7BEDA5EA73}" srcOrd="3" destOrd="0" presId="urn:microsoft.com/office/officeart/2018/2/layout/IconCircleList"/>
    <dgm:cxn modelId="{364FAB7D-358A-446C-90D4-BB7F5D965EC2}" type="presParOf" srcId="{7D8C0C9F-F6F9-4D80-9B20-3357C5578105}" destId="{6D482D81-7614-4AA0-83B3-5A2DC6BA9ABA}" srcOrd="4" destOrd="0" presId="urn:microsoft.com/office/officeart/2018/2/layout/IconCircleList"/>
    <dgm:cxn modelId="{C9BCB931-E03A-413B-B551-6DFCDD52C5FF}" type="presParOf" srcId="{6D482D81-7614-4AA0-83B3-5A2DC6BA9ABA}" destId="{EC12516E-2B40-4774-B93F-EE1414444395}" srcOrd="0" destOrd="0" presId="urn:microsoft.com/office/officeart/2018/2/layout/IconCircleList"/>
    <dgm:cxn modelId="{3AEF3ACF-60D9-4B1E-B850-B0770AC58A6A}" type="presParOf" srcId="{6D482D81-7614-4AA0-83B3-5A2DC6BA9ABA}" destId="{B6A1CAF1-067B-4B14-8D2B-F80F8DD01D88}" srcOrd="1" destOrd="0" presId="urn:microsoft.com/office/officeart/2018/2/layout/IconCircleList"/>
    <dgm:cxn modelId="{EF426D43-D2FD-4456-8C0A-4A423D239E71}" type="presParOf" srcId="{6D482D81-7614-4AA0-83B3-5A2DC6BA9ABA}" destId="{F9A49523-40EE-41DA-949C-018C6C13FACF}" srcOrd="2" destOrd="0" presId="urn:microsoft.com/office/officeart/2018/2/layout/IconCircleList"/>
    <dgm:cxn modelId="{BF3B4D70-D86A-413E-A03C-ADB472656B9E}" type="presParOf" srcId="{6D482D81-7614-4AA0-83B3-5A2DC6BA9ABA}" destId="{EA866704-7956-44C1-8442-DF47D658C874}" srcOrd="3" destOrd="0" presId="urn:microsoft.com/office/officeart/2018/2/layout/IconCircleList"/>
    <dgm:cxn modelId="{AAC1784E-6F72-4F3A-B787-1FD016CF13FC}" type="presParOf" srcId="{7D8C0C9F-F6F9-4D80-9B20-3357C5578105}" destId="{37E16887-B940-4FC1-BC19-7A3C75329D84}" srcOrd="5" destOrd="0" presId="urn:microsoft.com/office/officeart/2018/2/layout/IconCircleList"/>
    <dgm:cxn modelId="{89637931-B9FE-447D-95EB-D65C9F61FC68}" type="presParOf" srcId="{7D8C0C9F-F6F9-4D80-9B20-3357C5578105}" destId="{3D8FD191-BD96-41C5-BB30-2AB57BA00540}" srcOrd="6" destOrd="0" presId="urn:microsoft.com/office/officeart/2018/2/layout/IconCircleList"/>
    <dgm:cxn modelId="{38ABF66C-FD20-4385-A84D-5867CEC6C8BE}" type="presParOf" srcId="{3D8FD191-BD96-41C5-BB30-2AB57BA00540}" destId="{8DE09445-187F-457F-90C1-A6F8E34C50EB}" srcOrd="0" destOrd="0" presId="urn:microsoft.com/office/officeart/2018/2/layout/IconCircleList"/>
    <dgm:cxn modelId="{42ADC376-637E-4D8A-B1BC-6BC7C853B28B}" type="presParOf" srcId="{3D8FD191-BD96-41C5-BB30-2AB57BA00540}" destId="{BC3A032C-6AF3-434F-B134-BA656C6DA6D4}" srcOrd="1" destOrd="0" presId="urn:microsoft.com/office/officeart/2018/2/layout/IconCircleList"/>
    <dgm:cxn modelId="{18C16A05-BE1F-4CFB-A261-9FEDF0D875DF}" type="presParOf" srcId="{3D8FD191-BD96-41C5-BB30-2AB57BA00540}" destId="{6C2CE891-FFF3-4169-B920-A8452639ACE9}" srcOrd="2" destOrd="0" presId="urn:microsoft.com/office/officeart/2018/2/layout/IconCircleList"/>
    <dgm:cxn modelId="{2134B4FE-7DFC-4C0E-9F68-F381866B29B9}" type="presParOf" srcId="{3D8FD191-BD96-41C5-BB30-2AB57BA00540}" destId="{6E78F26C-3536-4CA6-A77A-03B4DBD0167A}" srcOrd="3" destOrd="0" presId="urn:microsoft.com/office/officeart/2018/2/layout/IconCircleList"/>
    <dgm:cxn modelId="{E2DA6466-BB43-498C-A29D-A36F26374FCC}" type="presParOf" srcId="{7D8C0C9F-F6F9-4D80-9B20-3357C5578105}" destId="{C44CD849-F838-4E42-861B-B69DFDCD578E}" srcOrd="7" destOrd="0" presId="urn:microsoft.com/office/officeart/2018/2/layout/IconCircleList"/>
    <dgm:cxn modelId="{5CBDC2CC-38E4-4D7A-8253-DFAA72124865}" type="presParOf" srcId="{7D8C0C9F-F6F9-4D80-9B20-3357C5578105}" destId="{516045E4-7D90-42C2-8807-59EAB27350C0}" srcOrd="8" destOrd="0" presId="urn:microsoft.com/office/officeart/2018/2/layout/IconCircleList"/>
    <dgm:cxn modelId="{44F7C1FA-CA20-4EF7-90D7-6E7CC07F2FD7}" type="presParOf" srcId="{516045E4-7D90-42C2-8807-59EAB27350C0}" destId="{D3F9C6CA-3E1D-4EC6-BC11-0DCD51E7E0AC}" srcOrd="0" destOrd="0" presId="urn:microsoft.com/office/officeart/2018/2/layout/IconCircleList"/>
    <dgm:cxn modelId="{230265F7-60C3-4F3D-B439-E0EDAE5225CE}" type="presParOf" srcId="{516045E4-7D90-42C2-8807-59EAB27350C0}" destId="{A2D11165-CA6F-49F0-8532-4E52FC969B71}" srcOrd="1" destOrd="0" presId="urn:microsoft.com/office/officeart/2018/2/layout/IconCircleList"/>
    <dgm:cxn modelId="{9DAB906A-D33B-4CCB-9CD5-63878216E0EF}" type="presParOf" srcId="{516045E4-7D90-42C2-8807-59EAB27350C0}" destId="{10F455CA-B9D2-488C-A954-F1FF9ED32C70}" srcOrd="2" destOrd="0" presId="urn:microsoft.com/office/officeart/2018/2/layout/IconCircleList"/>
    <dgm:cxn modelId="{34796410-9930-48B8-891B-64C8AEFDDEDB}" type="presParOf" srcId="{516045E4-7D90-42C2-8807-59EAB27350C0}" destId="{15BD3F35-EC80-401E-954B-5C9D11EDEC2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A59A66B-AF86-45B0-A317-0A0AA1FC4B0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2DD0EEC-AED1-4E76-936E-36B44BF7352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Describes static structure of a system</a:t>
          </a:r>
          <a:endParaRPr lang="en-US" sz="2400" dirty="0"/>
        </a:p>
      </dgm:t>
    </dgm:pt>
    <dgm:pt modelId="{01A913D5-A92E-4DB1-801D-87DEE242023D}" type="parTrans" cxnId="{E7DECCF1-DB89-4D63-8472-EE9DB4D82465}">
      <dgm:prSet/>
      <dgm:spPr/>
      <dgm:t>
        <a:bodyPr/>
        <a:lstStyle/>
        <a:p>
          <a:endParaRPr lang="en-US"/>
        </a:p>
      </dgm:t>
    </dgm:pt>
    <dgm:pt modelId="{8636A2E3-DAC3-4115-87AC-4868F02C2CD2}" type="sibTrans" cxnId="{E7DECCF1-DB89-4D63-8472-EE9DB4D8246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BEBEA0-3F14-435F-A088-8158AC8469D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Important diagram include Class, Object, Component &amp; Deployment diagrams</a:t>
          </a:r>
          <a:endParaRPr lang="en-US" sz="2400" dirty="0"/>
        </a:p>
      </dgm:t>
    </dgm:pt>
    <dgm:pt modelId="{0E9C671A-34D8-403A-9344-ECC66FDAEACC}" type="parTrans" cxnId="{98569036-A17E-466E-89D0-7ED0686B3A60}">
      <dgm:prSet/>
      <dgm:spPr/>
      <dgm:t>
        <a:bodyPr/>
        <a:lstStyle/>
        <a:p>
          <a:endParaRPr lang="en-US"/>
        </a:p>
      </dgm:t>
    </dgm:pt>
    <dgm:pt modelId="{407A4860-8933-430A-93C3-08E67CB3AFB0}" type="sibTrans" cxnId="{98569036-A17E-466E-89D0-7ED0686B3A6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73ADDC6-2100-4D56-8AF2-0FE6CD4333E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Help designers organized, scalable software systems</a:t>
          </a:r>
          <a:endParaRPr lang="en-US" sz="2400" dirty="0"/>
        </a:p>
      </dgm:t>
    </dgm:pt>
    <dgm:pt modelId="{D033ACA1-BF72-4F9B-AEFE-E1EDA2595F9D}" type="parTrans" cxnId="{F2665322-7CF3-4E5C-94A3-FFBC6118926B}">
      <dgm:prSet/>
      <dgm:spPr/>
      <dgm:t>
        <a:bodyPr/>
        <a:lstStyle/>
        <a:p>
          <a:endParaRPr lang="en-US"/>
        </a:p>
      </dgm:t>
    </dgm:pt>
    <dgm:pt modelId="{8D5AB963-D00F-48F9-8D2D-8142AD87E720}" type="sibTrans" cxnId="{F2665322-7CF3-4E5C-94A3-FFBC6118926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717191-CAEC-4DB8-B87F-DB841C8BEF2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Key part of modern software engineering</a:t>
          </a:r>
          <a:endParaRPr lang="en-US" dirty="0"/>
        </a:p>
      </dgm:t>
    </dgm:pt>
    <dgm:pt modelId="{B26646F9-CBCB-408D-92CC-405DD242349C}" type="parTrans" cxnId="{EBDD720D-C31B-481E-8062-9F6BFE22E8BF}">
      <dgm:prSet/>
      <dgm:spPr/>
      <dgm:t>
        <a:bodyPr/>
        <a:lstStyle/>
        <a:p>
          <a:endParaRPr lang="en-US"/>
        </a:p>
      </dgm:t>
    </dgm:pt>
    <dgm:pt modelId="{06B35833-D89F-4BDA-893C-08D293F4A8CB}" type="sibTrans" cxnId="{EBDD720D-C31B-481E-8062-9F6BFE22E8BF}">
      <dgm:prSet/>
      <dgm:spPr/>
      <dgm:t>
        <a:bodyPr/>
        <a:lstStyle/>
        <a:p>
          <a:endParaRPr lang="en-US"/>
        </a:p>
      </dgm:t>
    </dgm:pt>
    <dgm:pt modelId="{E310D3D6-DE28-4023-A04D-AA40542270EB}" type="pres">
      <dgm:prSet presAssocID="{2A59A66B-AF86-45B0-A317-0A0AA1FC4B08}" presName="root" presStyleCnt="0">
        <dgm:presLayoutVars>
          <dgm:dir/>
          <dgm:resizeHandles val="exact"/>
        </dgm:presLayoutVars>
      </dgm:prSet>
      <dgm:spPr/>
    </dgm:pt>
    <dgm:pt modelId="{7D8C0C9F-F6F9-4D80-9B20-3357C5578105}" type="pres">
      <dgm:prSet presAssocID="{2A59A66B-AF86-45B0-A317-0A0AA1FC4B08}" presName="container" presStyleCnt="0">
        <dgm:presLayoutVars>
          <dgm:dir/>
          <dgm:resizeHandles val="exact"/>
        </dgm:presLayoutVars>
      </dgm:prSet>
      <dgm:spPr/>
    </dgm:pt>
    <dgm:pt modelId="{C1F1BAAE-68A9-4778-AC71-E2767EF8FEB8}" type="pres">
      <dgm:prSet presAssocID="{52DD0EEC-AED1-4E76-936E-36B44BF73528}" presName="compNode" presStyleCnt="0"/>
      <dgm:spPr/>
    </dgm:pt>
    <dgm:pt modelId="{687A92F3-7207-4DC5-B40E-151D17F2E251}" type="pres">
      <dgm:prSet presAssocID="{52DD0EEC-AED1-4E76-936E-36B44BF73528}" presName="iconBgRect" presStyleLbl="bgShp" presStyleIdx="0" presStyleCnt="4"/>
      <dgm:spPr/>
    </dgm:pt>
    <dgm:pt modelId="{74A61C5E-615A-45F5-991C-A6DCEAFDCD18}" type="pres">
      <dgm:prSet presAssocID="{52DD0EEC-AED1-4E76-936E-36B44BF7352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660C84EC-4B7B-4E6D-A14C-B81CBAA0853D}" type="pres">
      <dgm:prSet presAssocID="{52DD0EEC-AED1-4E76-936E-36B44BF73528}" presName="spaceRect" presStyleCnt="0"/>
      <dgm:spPr/>
    </dgm:pt>
    <dgm:pt modelId="{D8DF06F2-6042-4283-A761-DCE068ED0ECC}" type="pres">
      <dgm:prSet presAssocID="{52DD0EEC-AED1-4E76-936E-36B44BF73528}" presName="textRect" presStyleLbl="revTx" presStyleIdx="0" presStyleCnt="4">
        <dgm:presLayoutVars>
          <dgm:chMax val="1"/>
          <dgm:chPref val="1"/>
        </dgm:presLayoutVars>
      </dgm:prSet>
      <dgm:spPr/>
    </dgm:pt>
    <dgm:pt modelId="{B9283308-7035-425B-95CF-6A4557857A67}" type="pres">
      <dgm:prSet presAssocID="{8636A2E3-DAC3-4115-87AC-4868F02C2CD2}" presName="sibTrans" presStyleLbl="sibTrans2D1" presStyleIdx="0" presStyleCnt="0"/>
      <dgm:spPr/>
    </dgm:pt>
    <dgm:pt modelId="{88B00DCF-612F-45F7-AABE-CA691F81AF79}" type="pres">
      <dgm:prSet presAssocID="{E5BEBEA0-3F14-435F-A088-8158AC8469D0}" presName="compNode" presStyleCnt="0"/>
      <dgm:spPr/>
    </dgm:pt>
    <dgm:pt modelId="{53B410B5-1052-4F47-9477-22B27C4184A2}" type="pres">
      <dgm:prSet presAssocID="{E5BEBEA0-3F14-435F-A088-8158AC8469D0}" presName="iconBgRect" presStyleLbl="bgShp" presStyleIdx="1" presStyleCnt="4"/>
      <dgm:spPr/>
    </dgm:pt>
    <dgm:pt modelId="{CAC31F00-102D-4B51-8075-55B13E8AB757}" type="pres">
      <dgm:prSet presAssocID="{E5BEBEA0-3F14-435F-A088-8158AC8469D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AA527ABB-AF6A-4368-A61E-3ADFBD850AE6}" type="pres">
      <dgm:prSet presAssocID="{E5BEBEA0-3F14-435F-A088-8158AC8469D0}" presName="spaceRect" presStyleCnt="0"/>
      <dgm:spPr/>
    </dgm:pt>
    <dgm:pt modelId="{1B7076CF-43DF-4D96-A67D-AB6BA4C8D7CB}" type="pres">
      <dgm:prSet presAssocID="{E5BEBEA0-3F14-435F-A088-8158AC8469D0}" presName="textRect" presStyleLbl="revTx" presStyleIdx="1" presStyleCnt="4">
        <dgm:presLayoutVars>
          <dgm:chMax val="1"/>
          <dgm:chPref val="1"/>
        </dgm:presLayoutVars>
      </dgm:prSet>
      <dgm:spPr/>
    </dgm:pt>
    <dgm:pt modelId="{EEEC85E9-5F69-4CAE-90BB-BA7BEDA5EA73}" type="pres">
      <dgm:prSet presAssocID="{407A4860-8933-430A-93C3-08E67CB3AFB0}" presName="sibTrans" presStyleLbl="sibTrans2D1" presStyleIdx="0" presStyleCnt="0"/>
      <dgm:spPr/>
    </dgm:pt>
    <dgm:pt modelId="{6D482D81-7614-4AA0-83B3-5A2DC6BA9ABA}" type="pres">
      <dgm:prSet presAssocID="{773ADDC6-2100-4D56-8AF2-0FE6CD4333EE}" presName="compNode" presStyleCnt="0"/>
      <dgm:spPr/>
    </dgm:pt>
    <dgm:pt modelId="{EC12516E-2B40-4774-B93F-EE1414444395}" type="pres">
      <dgm:prSet presAssocID="{773ADDC6-2100-4D56-8AF2-0FE6CD4333EE}" presName="iconBgRect" presStyleLbl="bgShp" presStyleIdx="2" presStyleCnt="4"/>
      <dgm:spPr/>
    </dgm:pt>
    <dgm:pt modelId="{B6A1CAF1-067B-4B14-8D2B-F80F8DD01D88}" type="pres">
      <dgm:prSet presAssocID="{773ADDC6-2100-4D56-8AF2-0FE6CD4333E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9A49523-40EE-41DA-949C-018C6C13FACF}" type="pres">
      <dgm:prSet presAssocID="{773ADDC6-2100-4D56-8AF2-0FE6CD4333EE}" presName="spaceRect" presStyleCnt="0"/>
      <dgm:spPr/>
    </dgm:pt>
    <dgm:pt modelId="{EA866704-7956-44C1-8442-DF47D658C874}" type="pres">
      <dgm:prSet presAssocID="{773ADDC6-2100-4D56-8AF2-0FE6CD4333EE}" presName="textRect" presStyleLbl="revTx" presStyleIdx="2" presStyleCnt="4">
        <dgm:presLayoutVars>
          <dgm:chMax val="1"/>
          <dgm:chPref val="1"/>
        </dgm:presLayoutVars>
      </dgm:prSet>
      <dgm:spPr/>
    </dgm:pt>
    <dgm:pt modelId="{37E16887-B940-4FC1-BC19-7A3C75329D84}" type="pres">
      <dgm:prSet presAssocID="{8D5AB963-D00F-48F9-8D2D-8142AD87E720}" presName="sibTrans" presStyleLbl="sibTrans2D1" presStyleIdx="0" presStyleCnt="0"/>
      <dgm:spPr/>
    </dgm:pt>
    <dgm:pt modelId="{3D8FD191-BD96-41C5-BB30-2AB57BA00540}" type="pres">
      <dgm:prSet presAssocID="{E1717191-CAEC-4DB8-B87F-DB841C8BEF23}" presName="compNode" presStyleCnt="0"/>
      <dgm:spPr/>
    </dgm:pt>
    <dgm:pt modelId="{8DE09445-187F-457F-90C1-A6F8E34C50EB}" type="pres">
      <dgm:prSet presAssocID="{E1717191-CAEC-4DB8-B87F-DB841C8BEF23}" presName="iconBgRect" presStyleLbl="bgShp" presStyleIdx="3" presStyleCnt="4"/>
      <dgm:spPr/>
    </dgm:pt>
    <dgm:pt modelId="{BC3A032C-6AF3-434F-B134-BA656C6DA6D4}" type="pres">
      <dgm:prSet presAssocID="{E1717191-CAEC-4DB8-B87F-DB841C8BEF2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ld Key with solid fill"/>
        </a:ext>
      </dgm:extLst>
    </dgm:pt>
    <dgm:pt modelId="{6C2CE891-FFF3-4169-B920-A8452639ACE9}" type="pres">
      <dgm:prSet presAssocID="{E1717191-CAEC-4DB8-B87F-DB841C8BEF23}" presName="spaceRect" presStyleCnt="0"/>
      <dgm:spPr/>
    </dgm:pt>
    <dgm:pt modelId="{6E78F26C-3536-4CA6-A77A-03B4DBD0167A}" type="pres">
      <dgm:prSet presAssocID="{E1717191-CAEC-4DB8-B87F-DB841C8BEF2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2AD9C09-E926-419D-BB97-2E2F8F763993}" type="presOf" srcId="{E1717191-CAEC-4DB8-B87F-DB841C8BEF23}" destId="{6E78F26C-3536-4CA6-A77A-03B4DBD0167A}" srcOrd="0" destOrd="0" presId="urn:microsoft.com/office/officeart/2018/2/layout/IconCircleList"/>
    <dgm:cxn modelId="{EBDD720D-C31B-481E-8062-9F6BFE22E8BF}" srcId="{2A59A66B-AF86-45B0-A317-0A0AA1FC4B08}" destId="{E1717191-CAEC-4DB8-B87F-DB841C8BEF23}" srcOrd="3" destOrd="0" parTransId="{B26646F9-CBCB-408D-92CC-405DD242349C}" sibTransId="{06B35833-D89F-4BDA-893C-08D293F4A8CB}"/>
    <dgm:cxn modelId="{DC20641E-B578-4E89-A50C-A03B02E18DCA}" type="presOf" srcId="{2A59A66B-AF86-45B0-A317-0A0AA1FC4B08}" destId="{E310D3D6-DE28-4023-A04D-AA40542270EB}" srcOrd="0" destOrd="0" presId="urn:microsoft.com/office/officeart/2018/2/layout/IconCircleList"/>
    <dgm:cxn modelId="{70CC4E22-B9B5-47AC-9C87-4CF870CC0641}" type="presOf" srcId="{8D5AB963-D00F-48F9-8D2D-8142AD87E720}" destId="{37E16887-B940-4FC1-BC19-7A3C75329D84}" srcOrd="0" destOrd="0" presId="urn:microsoft.com/office/officeart/2018/2/layout/IconCircleList"/>
    <dgm:cxn modelId="{F2665322-7CF3-4E5C-94A3-FFBC6118926B}" srcId="{2A59A66B-AF86-45B0-A317-0A0AA1FC4B08}" destId="{773ADDC6-2100-4D56-8AF2-0FE6CD4333EE}" srcOrd="2" destOrd="0" parTransId="{D033ACA1-BF72-4F9B-AEFE-E1EDA2595F9D}" sibTransId="{8D5AB963-D00F-48F9-8D2D-8142AD87E720}"/>
    <dgm:cxn modelId="{356AE222-8181-43E4-918E-D1BBC3C38338}" type="presOf" srcId="{407A4860-8933-430A-93C3-08E67CB3AFB0}" destId="{EEEC85E9-5F69-4CAE-90BB-BA7BEDA5EA73}" srcOrd="0" destOrd="0" presId="urn:microsoft.com/office/officeart/2018/2/layout/IconCircleList"/>
    <dgm:cxn modelId="{98569036-A17E-466E-89D0-7ED0686B3A60}" srcId="{2A59A66B-AF86-45B0-A317-0A0AA1FC4B08}" destId="{E5BEBEA0-3F14-435F-A088-8158AC8469D0}" srcOrd="1" destOrd="0" parTransId="{0E9C671A-34D8-403A-9344-ECC66FDAEACC}" sibTransId="{407A4860-8933-430A-93C3-08E67CB3AFB0}"/>
    <dgm:cxn modelId="{94DD0140-10FD-4477-92C4-89D1E85A96E1}" type="presOf" srcId="{52DD0EEC-AED1-4E76-936E-36B44BF73528}" destId="{D8DF06F2-6042-4283-A761-DCE068ED0ECC}" srcOrd="0" destOrd="0" presId="urn:microsoft.com/office/officeart/2018/2/layout/IconCircleList"/>
    <dgm:cxn modelId="{7926A777-12C2-451A-87F9-7ECB5547F5FA}" type="presOf" srcId="{E5BEBEA0-3F14-435F-A088-8158AC8469D0}" destId="{1B7076CF-43DF-4D96-A67D-AB6BA4C8D7CB}" srcOrd="0" destOrd="0" presId="urn:microsoft.com/office/officeart/2018/2/layout/IconCircleList"/>
    <dgm:cxn modelId="{4E010FB9-1D31-4AB0-BB7D-C54946ABE6D0}" type="presOf" srcId="{8636A2E3-DAC3-4115-87AC-4868F02C2CD2}" destId="{B9283308-7035-425B-95CF-6A4557857A67}" srcOrd="0" destOrd="0" presId="urn:microsoft.com/office/officeart/2018/2/layout/IconCircleList"/>
    <dgm:cxn modelId="{E7DECCF1-DB89-4D63-8472-EE9DB4D82465}" srcId="{2A59A66B-AF86-45B0-A317-0A0AA1FC4B08}" destId="{52DD0EEC-AED1-4E76-936E-36B44BF73528}" srcOrd="0" destOrd="0" parTransId="{01A913D5-A92E-4DB1-801D-87DEE242023D}" sibTransId="{8636A2E3-DAC3-4115-87AC-4868F02C2CD2}"/>
    <dgm:cxn modelId="{4D6097FF-BFC2-443E-AB7E-95658B025684}" type="presOf" srcId="{773ADDC6-2100-4D56-8AF2-0FE6CD4333EE}" destId="{EA866704-7956-44C1-8442-DF47D658C874}" srcOrd="0" destOrd="0" presId="urn:microsoft.com/office/officeart/2018/2/layout/IconCircleList"/>
    <dgm:cxn modelId="{BCAF43D2-2E5A-420F-9AE0-B0B5598D17E8}" type="presParOf" srcId="{E310D3D6-DE28-4023-A04D-AA40542270EB}" destId="{7D8C0C9F-F6F9-4D80-9B20-3357C5578105}" srcOrd="0" destOrd="0" presId="urn:microsoft.com/office/officeart/2018/2/layout/IconCircleList"/>
    <dgm:cxn modelId="{5CFC16EF-C64B-4F4D-B6CF-556F5AA8CC79}" type="presParOf" srcId="{7D8C0C9F-F6F9-4D80-9B20-3357C5578105}" destId="{C1F1BAAE-68A9-4778-AC71-E2767EF8FEB8}" srcOrd="0" destOrd="0" presId="urn:microsoft.com/office/officeart/2018/2/layout/IconCircleList"/>
    <dgm:cxn modelId="{0968306A-48F2-4B7F-BDC8-EF5620AAE04A}" type="presParOf" srcId="{C1F1BAAE-68A9-4778-AC71-E2767EF8FEB8}" destId="{687A92F3-7207-4DC5-B40E-151D17F2E251}" srcOrd="0" destOrd="0" presId="urn:microsoft.com/office/officeart/2018/2/layout/IconCircleList"/>
    <dgm:cxn modelId="{9E1CC660-A1B8-4CA1-80B9-9F65655338B5}" type="presParOf" srcId="{C1F1BAAE-68A9-4778-AC71-E2767EF8FEB8}" destId="{74A61C5E-615A-45F5-991C-A6DCEAFDCD18}" srcOrd="1" destOrd="0" presId="urn:microsoft.com/office/officeart/2018/2/layout/IconCircleList"/>
    <dgm:cxn modelId="{4256A775-7EA9-47C6-B550-852689A437C9}" type="presParOf" srcId="{C1F1BAAE-68A9-4778-AC71-E2767EF8FEB8}" destId="{660C84EC-4B7B-4E6D-A14C-B81CBAA0853D}" srcOrd="2" destOrd="0" presId="urn:microsoft.com/office/officeart/2018/2/layout/IconCircleList"/>
    <dgm:cxn modelId="{7B29E6F9-F044-4DB0-A90A-444692E30146}" type="presParOf" srcId="{C1F1BAAE-68A9-4778-AC71-E2767EF8FEB8}" destId="{D8DF06F2-6042-4283-A761-DCE068ED0ECC}" srcOrd="3" destOrd="0" presId="urn:microsoft.com/office/officeart/2018/2/layout/IconCircleList"/>
    <dgm:cxn modelId="{DAAA65A9-E3FF-4C0F-AA26-F59520DE4B4B}" type="presParOf" srcId="{7D8C0C9F-F6F9-4D80-9B20-3357C5578105}" destId="{B9283308-7035-425B-95CF-6A4557857A67}" srcOrd="1" destOrd="0" presId="urn:microsoft.com/office/officeart/2018/2/layout/IconCircleList"/>
    <dgm:cxn modelId="{3FE232B0-649B-4035-80F8-473047D4F052}" type="presParOf" srcId="{7D8C0C9F-F6F9-4D80-9B20-3357C5578105}" destId="{88B00DCF-612F-45F7-AABE-CA691F81AF79}" srcOrd="2" destOrd="0" presId="urn:microsoft.com/office/officeart/2018/2/layout/IconCircleList"/>
    <dgm:cxn modelId="{B2C0C880-2852-41D8-9C4A-D4D17F664638}" type="presParOf" srcId="{88B00DCF-612F-45F7-AABE-CA691F81AF79}" destId="{53B410B5-1052-4F47-9477-22B27C4184A2}" srcOrd="0" destOrd="0" presId="urn:microsoft.com/office/officeart/2018/2/layout/IconCircleList"/>
    <dgm:cxn modelId="{652E14DB-09E7-48A6-9030-992277EB5975}" type="presParOf" srcId="{88B00DCF-612F-45F7-AABE-CA691F81AF79}" destId="{CAC31F00-102D-4B51-8075-55B13E8AB757}" srcOrd="1" destOrd="0" presId="urn:microsoft.com/office/officeart/2018/2/layout/IconCircleList"/>
    <dgm:cxn modelId="{C7CA89B2-46FE-4664-9F55-ABD6C5E5B6E5}" type="presParOf" srcId="{88B00DCF-612F-45F7-AABE-CA691F81AF79}" destId="{AA527ABB-AF6A-4368-A61E-3ADFBD850AE6}" srcOrd="2" destOrd="0" presId="urn:microsoft.com/office/officeart/2018/2/layout/IconCircleList"/>
    <dgm:cxn modelId="{EB9DA73A-1761-4AFB-875C-2656D9CA3880}" type="presParOf" srcId="{88B00DCF-612F-45F7-AABE-CA691F81AF79}" destId="{1B7076CF-43DF-4D96-A67D-AB6BA4C8D7CB}" srcOrd="3" destOrd="0" presId="urn:microsoft.com/office/officeart/2018/2/layout/IconCircleList"/>
    <dgm:cxn modelId="{AD01BBBD-5A36-47E2-9BFC-BEB8594E5AA0}" type="presParOf" srcId="{7D8C0C9F-F6F9-4D80-9B20-3357C5578105}" destId="{EEEC85E9-5F69-4CAE-90BB-BA7BEDA5EA73}" srcOrd="3" destOrd="0" presId="urn:microsoft.com/office/officeart/2018/2/layout/IconCircleList"/>
    <dgm:cxn modelId="{364FAB7D-358A-446C-90D4-BB7F5D965EC2}" type="presParOf" srcId="{7D8C0C9F-F6F9-4D80-9B20-3357C5578105}" destId="{6D482D81-7614-4AA0-83B3-5A2DC6BA9ABA}" srcOrd="4" destOrd="0" presId="urn:microsoft.com/office/officeart/2018/2/layout/IconCircleList"/>
    <dgm:cxn modelId="{C9BCB931-E03A-413B-B551-6DFCDD52C5FF}" type="presParOf" srcId="{6D482D81-7614-4AA0-83B3-5A2DC6BA9ABA}" destId="{EC12516E-2B40-4774-B93F-EE1414444395}" srcOrd="0" destOrd="0" presId="urn:microsoft.com/office/officeart/2018/2/layout/IconCircleList"/>
    <dgm:cxn modelId="{3AEF3ACF-60D9-4B1E-B850-B0770AC58A6A}" type="presParOf" srcId="{6D482D81-7614-4AA0-83B3-5A2DC6BA9ABA}" destId="{B6A1CAF1-067B-4B14-8D2B-F80F8DD01D88}" srcOrd="1" destOrd="0" presId="urn:microsoft.com/office/officeart/2018/2/layout/IconCircleList"/>
    <dgm:cxn modelId="{EF426D43-D2FD-4456-8C0A-4A423D239E71}" type="presParOf" srcId="{6D482D81-7614-4AA0-83B3-5A2DC6BA9ABA}" destId="{F9A49523-40EE-41DA-949C-018C6C13FACF}" srcOrd="2" destOrd="0" presId="urn:microsoft.com/office/officeart/2018/2/layout/IconCircleList"/>
    <dgm:cxn modelId="{BF3B4D70-D86A-413E-A03C-ADB472656B9E}" type="presParOf" srcId="{6D482D81-7614-4AA0-83B3-5A2DC6BA9ABA}" destId="{EA866704-7956-44C1-8442-DF47D658C874}" srcOrd="3" destOrd="0" presId="urn:microsoft.com/office/officeart/2018/2/layout/IconCircleList"/>
    <dgm:cxn modelId="{AAC1784E-6F72-4F3A-B787-1FD016CF13FC}" type="presParOf" srcId="{7D8C0C9F-F6F9-4D80-9B20-3357C5578105}" destId="{37E16887-B940-4FC1-BC19-7A3C75329D84}" srcOrd="5" destOrd="0" presId="urn:microsoft.com/office/officeart/2018/2/layout/IconCircleList"/>
    <dgm:cxn modelId="{89637931-B9FE-447D-95EB-D65C9F61FC68}" type="presParOf" srcId="{7D8C0C9F-F6F9-4D80-9B20-3357C5578105}" destId="{3D8FD191-BD96-41C5-BB30-2AB57BA00540}" srcOrd="6" destOrd="0" presId="urn:microsoft.com/office/officeart/2018/2/layout/IconCircleList"/>
    <dgm:cxn modelId="{38ABF66C-FD20-4385-A84D-5867CEC6C8BE}" type="presParOf" srcId="{3D8FD191-BD96-41C5-BB30-2AB57BA00540}" destId="{8DE09445-187F-457F-90C1-A6F8E34C50EB}" srcOrd="0" destOrd="0" presId="urn:microsoft.com/office/officeart/2018/2/layout/IconCircleList"/>
    <dgm:cxn modelId="{42ADC376-637E-4D8A-B1BC-6BC7C853B28B}" type="presParOf" srcId="{3D8FD191-BD96-41C5-BB30-2AB57BA00540}" destId="{BC3A032C-6AF3-434F-B134-BA656C6DA6D4}" srcOrd="1" destOrd="0" presId="urn:microsoft.com/office/officeart/2018/2/layout/IconCircleList"/>
    <dgm:cxn modelId="{18C16A05-BE1F-4CFB-A261-9FEDF0D875DF}" type="presParOf" srcId="{3D8FD191-BD96-41C5-BB30-2AB57BA00540}" destId="{6C2CE891-FFF3-4169-B920-A8452639ACE9}" srcOrd="2" destOrd="0" presId="urn:microsoft.com/office/officeart/2018/2/layout/IconCircleList"/>
    <dgm:cxn modelId="{2134B4FE-7DFC-4C0E-9F68-F381866B29B9}" type="presParOf" srcId="{3D8FD191-BD96-41C5-BB30-2AB57BA00540}" destId="{6E78F26C-3536-4CA6-A77A-03B4DBD0167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7A92F3-7207-4DC5-B40E-151D17F2E251}">
      <dsp:nvSpPr>
        <dsp:cNvPr id="0" name=""/>
        <dsp:cNvSpPr/>
      </dsp:nvSpPr>
      <dsp:spPr>
        <a:xfrm>
          <a:off x="173481" y="1412942"/>
          <a:ext cx="907914" cy="90791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A61C5E-615A-45F5-991C-A6DCEAFDCD18}">
      <dsp:nvSpPr>
        <dsp:cNvPr id="0" name=""/>
        <dsp:cNvSpPr/>
      </dsp:nvSpPr>
      <dsp:spPr>
        <a:xfrm>
          <a:off x="364143" y="1603604"/>
          <a:ext cx="526590" cy="5265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F06F2-6042-4283-A761-DCE068ED0ECC}">
      <dsp:nvSpPr>
        <dsp:cNvPr id="0" name=""/>
        <dsp:cNvSpPr/>
      </dsp:nvSpPr>
      <dsp:spPr>
        <a:xfrm>
          <a:off x="1275948" y="1412942"/>
          <a:ext cx="2140082" cy="907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Standard visual language used to model software systems</a:t>
          </a:r>
          <a:endParaRPr lang="en-US" sz="1800" kern="1200" dirty="0"/>
        </a:p>
      </dsp:txBody>
      <dsp:txXfrm>
        <a:off x="1275948" y="1412942"/>
        <a:ext cx="2140082" cy="907914"/>
      </dsp:txXfrm>
    </dsp:sp>
    <dsp:sp modelId="{53B410B5-1052-4F47-9477-22B27C4184A2}">
      <dsp:nvSpPr>
        <dsp:cNvPr id="0" name=""/>
        <dsp:cNvSpPr/>
      </dsp:nvSpPr>
      <dsp:spPr>
        <a:xfrm>
          <a:off x="3788925" y="1412942"/>
          <a:ext cx="907914" cy="90791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31F00-102D-4B51-8075-55B13E8AB757}">
      <dsp:nvSpPr>
        <dsp:cNvPr id="0" name=""/>
        <dsp:cNvSpPr/>
      </dsp:nvSpPr>
      <dsp:spPr>
        <a:xfrm>
          <a:off x="3979586" y="1603604"/>
          <a:ext cx="526590" cy="5265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076CF-43DF-4D96-A67D-AB6BA4C8D7CB}">
      <dsp:nvSpPr>
        <dsp:cNvPr id="0" name=""/>
        <dsp:cNvSpPr/>
      </dsp:nvSpPr>
      <dsp:spPr>
        <a:xfrm>
          <a:off x="4891392" y="1412942"/>
          <a:ext cx="2140082" cy="907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Helps develops design, visualize &amp; document system architecture</a:t>
          </a:r>
          <a:endParaRPr lang="en-US" sz="1800" kern="1200" dirty="0"/>
        </a:p>
      </dsp:txBody>
      <dsp:txXfrm>
        <a:off x="4891392" y="1412942"/>
        <a:ext cx="2140082" cy="907914"/>
      </dsp:txXfrm>
    </dsp:sp>
    <dsp:sp modelId="{EC12516E-2B40-4774-B93F-EE1414444395}">
      <dsp:nvSpPr>
        <dsp:cNvPr id="0" name=""/>
        <dsp:cNvSpPr/>
      </dsp:nvSpPr>
      <dsp:spPr>
        <a:xfrm>
          <a:off x="7404368" y="1412942"/>
          <a:ext cx="907914" cy="90791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A1CAF1-067B-4B14-8D2B-F80F8DD01D88}">
      <dsp:nvSpPr>
        <dsp:cNvPr id="0" name=""/>
        <dsp:cNvSpPr/>
      </dsp:nvSpPr>
      <dsp:spPr>
        <a:xfrm>
          <a:off x="7595030" y="1603604"/>
          <a:ext cx="526590" cy="5265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66704-7956-44C1-8442-DF47D658C874}">
      <dsp:nvSpPr>
        <dsp:cNvPr id="0" name=""/>
        <dsp:cNvSpPr/>
      </dsp:nvSpPr>
      <dsp:spPr>
        <a:xfrm>
          <a:off x="8506835" y="1412942"/>
          <a:ext cx="2140082" cy="907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Divided into:</a:t>
          </a:r>
          <a:endParaRPr lang="en-US" sz="1800" kern="1200"/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Structural Diagrams</a:t>
          </a:r>
          <a:endParaRPr lang="en-US" sz="1800" kern="1200"/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Behavioural Diagram</a:t>
          </a:r>
          <a:endParaRPr lang="en-US" sz="1800" kern="1200" dirty="0"/>
        </a:p>
      </dsp:txBody>
      <dsp:txXfrm>
        <a:off x="8506835" y="1412942"/>
        <a:ext cx="2140082" cy="9079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7A92F3-7207-4DC5-B40E-151D17F2E251}">
      <dsp:nvSpPr>
        <dsp:cNvPr id="0" name=""/>
        <dsp:cNvSpPr/>
      </dsp:nvSpPr>
      <dsp:spPr>
        <a:xfrm>
          <a:off x="264008" y="186941"/>
          <a:ext cx="1362585" cy="13625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A61C5E-615A-45F5-991C-A6DCEAFDCD18}">
      <dsp:nvSpPr>
        <dsp:cNvPr id="0" name=""/>
        <dsp:cNvSpPr/>
      </dsp:nvSpPr>
      <dsp:spPr>
        <a:xfrm>
          <a:off x="550151" y="473084"/>
          <a:ext cx="790299" cy="7902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F06F2-6042-4283-A761-DCE068ED0ECC}">
      <dsp:nvSpPr>
        <dsp:cNvPr id="0" name=""/>
        <dsp:cNvSpPr/>
      </dsp:nvSpPr>
      <dsp:spPr>
        <a:xfrm>
          <a:off x="1918575" y="186941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Show static structure of a system</a:t>
          </a:r>
          <a:endParaRPr lang="en-US" sz="2400" kern="1200" dirty="0"/>
        </a:p>
      </dsp:txBody>
      <dsp:txXfrm>
        <a:off x="1918575" y="186941"/>
        <a:ext cx="3211807" cy="1362585"/>
      </dsp:txXfrm>
    </dsp:sp>
    <dsp:sp modelId="{53B410B5-1052-4F47-9477-22B27C4184A2}">
      <dsp:nvSpPr>
        <dsp:cNvPr id="0" name=""/>
        <dsp:cNvSpPr/>
      </dsp:nvSpPr>
      <dsp:spPr>
        <a:xfrm>
          <a:off x="5690016" y="186941"/>
          <a:ext cx="1362585" cy="13625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31F00-102D-4B51-8075-55B13E8AB757}">
      <dsp:nvSpPr>
        <dsp:cNvPr id="0" name=""/>
        <dsp:cNvSpPr/>
      </dsp:nvSpPr>
      <dsp:spPr>
        <a:xfrm>
          <a:off x="5976159" y="473084"/>
          <a:ext cx="790299" cy="7902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076CF-43DF-4D96-A67D-AB6BA4C8D7CB}">
      <dsp:nvSpPr>
        <dsp:cNvPr id="0" name=""/>
        <dsp:cNvSpPr/>
      </dsp:nvSpPr>
      <dsp:spPr>
        <a:xfrm>
          <a:off x="7344584" y="186941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Represent objects, classes, components &amp; relationships</a:t>
          </a:r>
          <a:endParaRPr lang="en-US" sz="2400" kern="1200" dirty="0"/>
        </a:p>
      </dsp:txBody>
      <dsp:txXfrm>
        <a:off x="7344584" y="186941"/>
        <a:ext cx="3211807" cy="1362585"/>
      </dsp:txXfrm>
    </dsp:sp>
    <dsp:sp modelId="{EC12516E-2B40-4774-B93F-EE1414444395}">
      <dsp:nvSpPr>
        <dsp:cNvPr id="0" name=""/>
        <dsp:cNvSpPr/>
      </dsp:nvSpPr>
      <dsp:spPr>
        <a:xfrm>
          <a:off x="264008" y="2184272"/>
          <a:ext cx="1362585" cy="13625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A1CAF1-067B-4B14-8D2B-F80F8DD01D88}">
      <dsp:nvSpPr>
        <dsp:cNvPr id="0" name=""/>
        <dsp:cNvSpPr/>
      </dsp:nvSpPr>
      <dsp:spPr>
        <a:xfrm>
          <a:off x="550151" y="2470415"/>
          <a:ext cx="790299" cy="7902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66704-7956-44C1-8442-DF47D658C874}">
      <dsp:nvSpPr>
        <dsp:cNvPr id="0" name=""/>
        <dsp:cNvSpPr/>
      </dsp:nvSpPr>
      <dsp:spPr>
        <a:xfrm>
          <a:off x="1918575" y="2184272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Focus on how the system is organized, not how it behaves</a:t>
          </a:r>
          <a:endParaRPr lang="en-US" sz="2400" kern="1200" dirty="0"/>
        </a:p>
      </dsp:txBody>
      <dsp:txXfrm>
        <a:off x="1918575" y="2184272"/>
        <a:ext cx="3211807" cy="1362585"/>
      </dsp:txXfrm>
    </dsp:sp>
    <dsp:sp modelId="{8DE09445-187F-457F-90C1-A6F8E34C50EB}">
      <dsp:nvSpPr>
        <dsp:cNvPr id="0" name=""/>
        <dsp:cNvSpPr/>
      </dsp:nvSpPr>
      <dsp:spPr>
        <a:xfrm>
          <a:off x="5690016" y="2184272"/>
          <a:ext cx="1362585" cy="13625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A032C-6AF3-434F-B134-BA656C6DA6D4}">
      <dsp:nvSpPr>
        <dsp:cNvPr id="0" name=""/>
        <dsp:cNvSpPr/>
      </dsp:nvSpPr>
      <dsp:spPr>
        <a:xfrm>
          <a:off x="5976159" y="2470415"/>
          <a:ext cx="790299" cy="7902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78F26C-3536-4CA6-A77A-03B4DBD0167A}">
      <dsp:nvSpPr>
        <dsp:cNvPr id="0" name=""/>
        <dsp:cNvSpPr/>
      </dsp:nvSpPr>
      <dsp:spPr>
        <a:xfrm>
          <a:off x="7344584" y="2184272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Used to design architecture &amp; system components</a:t>
          </a:r>
          <a:endParaRPr lang="en-US" sz="2400" kern="1200" dirty="0"/>
        </a:p>
      </dsp:txBody>
      <dsp:txXfrm>
        <a:off x="7344584" y="2184272"/>
        <a:ext cx="3211807" cy="13625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FA07FD-3F54-4183-937F-095A591E57DE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/>
            <a:t>Class Diagram</a:t>
          </a:r>
          <a:endParaRPr lang="en-US" sz="3900" kern="1200"/>
        </a:p>
      </dsp:txBody>
      <dsp:txXfrm>
        <a:off x="0" y="39687"/>
        <a:ext cx="3286125" cy="1971675"/>
      </dsp:txXfrm>
    </dsp:sp>
    <dsp:sp modelId="{6020C48C-84BD-452A-90AE-6DA35C6EA3B8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/>
            <a:t>Object Diagram</a:t>
          </a:r>
          <a:endParaRPr lang="en-US" sz="3900" kern="1200"/>
        </a:p>
      </dsp:txBody>
      <dsp:txXfrm>
        <a:off x="3614737" y="39687"/>
        <a:ext cx="3286125" cy="1971675"/>
      </dsp:txXfrm>
    </dsp:sp>
    <dsp:sp modelId="{65370EEF-9B81-491E-806E-69BE84E8CE2F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/>
            <a:t>Component Diagram</a:t>
          </a:r>
          <a:endParaRPr lang="en-US" sz="3900" kern="1200"/>
        </a:p>
      </dsp:txBody>
      <dsp:txXfrm>
        <a:off x="7229475" y="39687"/>
        <a:ext cx="3286125" cy="1971675"/>
      </dsp:txXfrm>
    </dsp:sp>
    <dsp:sp modelId="{F8C31E4B-5C8F-4536-B8D7-A870B15A5653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/>
            <a:t>Deployment Diagram</a:t>
          </a:r>
          <a:endParaRPr lang="en-US" sz="3900" kern="1200"/>
        </a:p>
      </dsp:txBody>
      <dsp:txXfrm>
        <a:off x="0" y="2339975"/>
        <a:ext cx="3286125" cy="1971675"/>
      </dsp:txXfrm>
    </dsp:sp>
    <dsp:sp modelId="{33C01493-BD32-4EA9-A985-080896F3DC2A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/>
            <a:t>Package Diagram</a:t>
          </a:r>
          <a:endParaRPr lang="en-US" sz="3900" kern="1200"/>
        </a:p>
      </dsp:txBody>
      <dsp:txXfrm>
        <a:off x="3614737" y="2339975"/>
        <a:ext cx="3286125" cy="1971675"/>
      </dsp:txXfrm>
    </dsp:sp>
    <dsp:sp modelId="{102EB79D-87D4-4931-AE11-E4949FCC6FAF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/>
            <a:t>Composite Structure Diagram</a:t>
          </a:r>
          <a:endParaRPr lang="en-US" sz="3900" kern="1200"/>
        </a:p>
      </dsp:txBody>
      <dsp:txXfrm>
        <a:off x="7229475" y="2339975"/>
        <a:ext cx="3286125" cy="19716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7A92F3-7207-4DC5-B40E-151D17F2E251}">
      <dsp:nvSpPr>
        <dsp:cNvPr id="0" name=""/>
        <dsp:cNvSpPr/>
      </dsp:nvSpPr>
      <dsp:spPr>
        <a:xfrm>
          <a:off x="264008" y="186941"/>
          <a:ext cx="1362585" cy="13625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A61C5E-615A-45F5-991C-A6DCEAFDCD18}">
      <dsp:nvSpPr>
        <dsp:cNvPr id="0" name=""/>
        <dsp:cNvSpPr/>
      </dsp:nvSpPr>
      <dsp:spPr>
        <a:xfrm>
          <a:off x="550151" y="473084"/>
          <a:ext cx="790299" cy="7902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F06F2-6042-4283-A761-DCE068ED0ECC}">
      <dsp:nvSpPr>
        <dsp:cNvPr id="0" name=""/>
        <dsp:cNvSpPr/>
      </dsp:nvSpPr>
      <dsp:spPr>
        <a:xfrm>
          <a:off x="1918575" y="186941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Most commonly used UML diagram</a:t>
          </a:r>
          <a:endParaRPr lang="en-US" sz="2400" kern="1200" dirty="0"/>
        </a:p>
      </dsp:txBody>
      <dsp:txXfrm>
        <a:off x="1918575" y="186941"/>
        <a:ext cx="3211807" cy="1362585"/>
      </dsp:txXfrm>
    </dsp:sp>
    <dsp:sp modelId="{53B410B5-1052-4F47-9477-22B27C4184A2}">
      <dsp:nvSpPr>
        <dsp:cNvPr id="0" name=""/>
        <dsp:cNvSpPr/>
      </dsp:nvSpPr>
      <dsp:spPr>
        <a:xfrm>
          <a:off x="5690016" y="186941"/>
          <a:ext cx="1362585" cy="13625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31F00-102D-4B51-8075-55B13E8AB757}">
      <dsp:nvSpPr>
        <dsp:cNvPr id="0" name=""/>
        <dsp:cNvSpPr/>
      </dsp:nvSpPr>
      <dsp:spPr>
        <a:xfrm>
          <a:off x="5976159" y="473084"/>
          <a:ext cx="790299" cy="7902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076CF-43DF-4D96-A67D-AB6BA4C8D7CB}">
      <dsp:nvSpPr>
        <dsp:cNvPr id="0" name=""/>
        <dsp:cNvSpPr/>
      </dsp:nvSpPr>
      <dsp:spPr>
        <a:xfrm>
          <a:off x="7344584" y="186941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Represents classes, attributes, methods &amp; relationships</a:t>
          </a:r>
          <a:endParaRPr lang="en-US" sz="2400" kern="1200" dirty="0"/>
        </a:p>
      </dsp:txBody>
      <dsp:txXfrm>
        <a:off x="7344584" y="186941"/>
        <a:ext cx="3211807" cy="1362585"/>
      </dsp:txXfrm>
    </dsp:sp>
    <dsp:sp modelId="{EC12516E-2B40-4774-B93F-EE1414444395}">
      <dsp:nvSpPr>
        <dsp:cNvPr id="0" name=""/>
        <dsp:cNvSpPr/>
      </dsp:nvSpPr>
      <dsp:spPr>
        <a:xfrm>
          <a:off x="264008" y="2184272"/>
          <a:ext cx="1362585" cy="13625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A1CAF1-067B-4B14-8D2B-F80F8DD01D88}">
      <dsp:nvSpPr>
        <dsp:cNvPr id="0" name=""/>
        <dsp:cNvSpPr/>
      </dsp:nvSpPr>
      <dsp:spPr>
        <a:xfrm>
          <a:off x="550151" y="2470415"/>
          <a:ext cx="790299" cy="7902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66704-7956-44C1-8442-DF47D658C874}">
      <dsp:nvSpPr>
        <dsp:cNvPr id="0" name=""/>
        <dsp:cNvSpPr/>
      </dsp:nvSpPr>
      <dsp:spPr>
        <a:xfrm>
          <a:off x="1918575" y="2184272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Relationships include: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Association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Inheritance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Aggregation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composition</a:t>
          </a:r>
          <a:endParaRPr lang="en-US" sz="2000" kern="1200" dirty="0"/>
        </a:p>
      </dsp:txBody>
      <dsp:txXfrm>
        <a:off x="1918575" y="2184272"/>
        <a:ext cx="3211807" cy="1362585"/>
      </dsp:txXfrm>
    </dsp:sp>
    <dsp:sp modelId="{8DE09445-187F-457F-90C1-A6F8E34C50EB}">
      <dsp:nvSpPr>
        <dsp:cNvPr id="0" name=""/>
        <dsp:cNvSpPr/>
      </dsp:nvSpPr>
      <dsp:spPr>
        <a:xfrm>
          <a:off x="5690016" y="2184272"/>
          <a:ext cx="1362585" cy="13625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A032C-6AF3-434F-B134-BA656C6DA6D4}">
      <dsp:nvSpPr>
        <dsp:cNvPr id="0" name=""/>
        <dsp:cNvSpPr/>
      </dsp:nvSpPr>
      <dsp:spPr>
        <a:xfrm>
          <a:off x="5976159" y="2470415"/>
          <a:ext cx="790299" cy="7902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78F26C-3536-4CA6-A77A-03B4DBD0167A}">
      <dsp:nvSpPr>
        <dsp:cNvPr id="0" name=""/>
        <dsp:cNvSpPr/>
      </dsp:nvSpPr>
      <dsp:spPr>
        <a:xfrm>
          <a:off x="7344584" y="2184272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Used for object-oriented design</a:t>
          </a:r>
          <a:endParaRPr lang="en-US" sz="2400" kern="1200" dirty="0"/>
        </a:p>
      </dsp:txBody>
      <dsp:txXfrm>
        <a:off x="7344584" y="2184272"/>
        <a:ext cx="3211807" cy="13625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7A92F3-7207-4DC5-B40E-151D17F2E251}">
      <dsp:nvSpPr>
        <dsp:cNvPr id="0" name=""/>
        <dsp:cNvSpPr/>
      </dsp:nvSpPr>
      <dsp:spPr>
        <a:xfrm>
          <a:off x="264008" y="186941"/>
          <a:ext cx="1362585" cy="13625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A61C5E-615A-45F5-991C-A6DCEAFDCD18}">
      <dsp:nvSpPr>
        <dsp:cNvPr id="0" name=""/>
        <dsp:cNvSpPr/>
      </dsp:nvSpPr>
      <dsp:spPr>
        <a:xfrm>
          <a:off x="550151" y="473084"/>
          <a:ext cx="790299" cy="7902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F06F2-6042-4283-A761-DCE068ED0ECC}">
      <dsp:nvSpPr>
        <dsp:cNvPr id="0" name=""/>
        <dsp:cNvSpPr/>
      </dsp:nvSpPr>
      <dsp:spPr>
        <a:xfrm>
          <a:off x="1918575" y="186941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Shows instances of classes at a particular moment</a:t>
          </a:r>
          <a:endParaRPr lang="en-US" sz="2400" kern="1200"/>
        </a:p>
      </dsp:txBody>
      <dsp:txXfrm>
        <a:off x="1918575" y="186941"/>
        <a:ext cx="3211807" cy="1362585"/>
      </dsp:txXfrm>
    </dsp:sp>
    <dsp:sp modelId="{53B410B5-1052-4F47-9477-22B27C4184A2}">
      <dsp:nvSpPr>
        <dsp:cNvPr id="0" name=""/>
        <dsp:cNvSpPr/>
      </dsp:nvSpPr>
      <dsp:spPr>
        <a:xfrm>
          <a:off x="5690016" y="186941"/>
          <a:ext cx="1362585" cy="13625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31F00-102D-4B51-8075-55B13E8AB757}">
      <dsp:nvSpPr>
        <dsp:cNvPr id="0" name=""/>
        <dsp:cNvSpPr/>
      </dsp:nvSpPr>
      <dsp:spPr>
        <a:xfrm>
          <a:off x="5976159" y="473084"/>
          <a:ext cx="790299" cy="7902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076CF-43DF-4D96-A67D-AB6BA4C8D7CB}">
      <dsp:nvSpPr>
        <dsp:cNvPr id="0" name=""/>
        <dsp:cNvSpPr/>
      </dsp:nvSpPr>
      <dsp:spPr>
        <a:xfrm>
          <a:off x="7344584" y="186941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Represents real objects created from class</a:t>
          </a:r>
          <a:endParaRPr lang="en-US" sz="2400" kern="1200"/>
        </a:p>
      </dsp:txBody>
      <dsp:txXfrm>
        <a:off x="7344584" y="186941"/>
        <a:ext cx="3211807" cy="1362585"/>
      </dsp:txXfrm>
    </dsp:sp>
    <dsp:sp modelId="{EC12516E-2B40-4774-B93F-EE1414444395}">
      <dsp:nvSpPr>
        <dsp:cNvPr id="0" name=""/>
        <dsp:cNvSpPr/>
      </dsp:nvSpPr>
      <dsp:spPr>
        <a:xfrm>
          <a:off x="264008" y="2184272"/>
          <a:ext cx="1362585" cy="13625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A1CAF1-067B-4B14-8D2B-F80F8DD01D88}">
      <dsp:nvSpPr>
        <dsp:cNvPr id="0" name=""/>
        <dsp:cNvSpPr/>
      </dsp:nvSpPr>
      <dsp:spPr>
        <a:xfrm>
          <a:off x="550151" y="2470415"/>
          <a:ext cx="790299" cy="7902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66704-7956-44C1-8442-DF47D658C874}">
      <dsp:nvSpPr>
        <dsp:cNvPr id="0" name=""/>
        <dsp:cNvSpPr/>
      </dsp:nvSpPr>
      <dsp:spPr>
        <a:xfrm>
          <a:off x="1918575" y="2184272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Used to understand data structures &amp; object relationships</a:t>
          </a:r>
          <a:endParaRPr lang="en-US" sz="2400" kern="1200"/>
        </a:p>
      </dsp:txBody>
      <dsp:txXfrm>
        <a:off x="1918575" y="2184272"/>
        <a:ext cx="3211807" cy="1362585"/>
      </dsp:txXfrm>
    </dsp:sp>
    <dsp:sp modelId="{8DE09445-187F-457F-90C1-A6F8E34C50EB}">
      <dsp:nvSpPr>
        <dsp:cNvPr id="0" name=""/>
        <dsp:cNvSpPr/>
      </dsp:nvSpPr>
      <dsp:spPr>
        <a:xfrm>
          <a:off x="5690016" y="2184272"/>
          <a:ext cx="1362585" cy="13625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A032C-6AF3-434F-B134-BA656C6DA6D4}">
      <dsp:nvSpPr>
        <dsp:cNvPr id="0" name=""/>
        <dsp:cNvSpPr/>
      </dsp:nvSpPr>
      <dsp:spPr>
        <a:xfrm>
          <a:off x="5976159" y="2470415"/>
          <a:ext cx="790299" cy="7902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78F26C-3536-4CA6-A77A-03B4DBD0167A}">
      <dsp:nvSpPr>
        <dsp:cNvPr id="0" name=""/>
        <dsp:cNvSpPr/>
      </dsp:nvSpPr>
      <dsp:spPr>
        <a:xfrm>
          <a:off x="7344584" y="2184272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Show how objects interact in the system</a:t>
          </a:r>
          <a:endParaRPr lang="en-US" sz="2400" kern="1200"/>
        </a:p>
      </dsp:txBody>
      <dsp:txXfrm>
        <a:off x="7344584" y="2184272"/>
        <a:ext cx="3211807" cy="13625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7A92F3-7207-4DC5-B40E-151D17F2E251}">
      <dsp:nvSpPr>
        <dsp:cNvPr id="0" name=""/>
        <dsp:cNvSpPr/>
      </dsp:nvSpPr>
      <dsp:spPr>
        <a:xfrm>
          <a:off x="264008" y="186941"/>
          <a:ext cx="1362585" cy="13625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A61C5E-615A-45F5-991C-A6DCEAFDCD18}">
      <dsp:nvSpPr>
        <dsp:cNvPr id="0" name=""/>
        <dsp:cNvSpPr/>
      </dsp:nvSpPr>
      <dsp:spPr>
        <a:xfrm>
          <a:off x="550151" y="473084"/>
          <a:ext cx="790299" cy="7902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F06F2-6042-4283-A761-DCE068ED0ECC}">
      <dsp:nvSpPr>
        <dsp:cNvPr id="0" name=""/>
        <dsp:cNvSpPr/>
      </dsp:nvSpPr>
      <dsp:spPr>
        <a:xfrm>
          <a:off x="1918575" y="186941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Represents physical components of system</a:t>
          </a:r>
          <a:endParaRPr lang="en-US" sz="2400" kern="1200" dirty="0"/>
        </a:p>
      </dsp:txBody>
      <dsp:txXfrm>
        <a:off x="1918575" y="186941"/>
        <a:ext cx="3211807" cy="1362585"/>
      </dsp:txXfrm>
    </dsp:sp>
    <dsp:sp modelId="{53B410B5-1052-4F47-9477-22B27C4184A2}">
      <dsp:nvSpPr>
        <dsp:cNvPr id="0" name=""/>
        <dsp:cNvSpPr/>
      </dsp:nvSpPr>
      <dsp:spPr>
        <a:xfrm>
          <a:off x="5690016" y="186941"/>
          <a:ext cx="1362585" cy="13625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31F00-102D-4B51-8075-55B13E8AB757}">
      <dsp:nvSpPr>
        <dsp:cNvPr id="0" name=""/>
        <dsp:cNvSpPr/>
      </dsp:nvSpPr>
      <dsp:spPr>
        <a:xfrm>
          <a:off x="5976159" y="473084"/>
          <a:ext cx="790299" cy="7902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076CF-43DF-4D96-A67D-AB6BA4C8D7CB}">
      <dsp:nvSpPr>
        <dsp:cNvPr id="0" name=""/>
        <dsp:cNvSpPr/>
      </dsp:nvSpPr>
      <dsp:spPr>
        <a:xfrm>
          <a:off x="7344584" y="186941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Shows software modules &amp; their dependencies</a:t>
          </a:r>
          <a:endParaRPr lang="en-US" sz="2400" kern="1200"/>
        </a:p>
      </dsp:txBody>
      <dsp:txXfrm>
        <a:off x="7344584" y="186941"/>
        <a:ext cx="3211807" cy="1362585"/>
      </dsp:txXfrm>
    </dsp:sp>
    <dsp:sp modelId="{EC12516E-2B40-4774-B93F-EE1414444395}">
      <dsp:nvSpPr>
        <dsp:cNvPr id="0" name=""/>
        <dsp:cNvSpPr/>
      </dsp:nvSpPr>
      <dsp:spPr>
        <a:xfrm>
          <a:off x="264008" y="2184272"/>
          <a:ext cx="1362585" cy="13625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A1CAF1-067B-4B14-8D2B-F80F8DD01D88}">
      <dsp:nvSpPr>
        <dsp:cNvPr id="0" name=""/>
        <dsp:cNvSpPr/>
      </dsp:nvSpPr>
      <dsp:spPr>
        <a:xfrm>
          <a:off x="550151" y="2470415"/>
          <a:ext cx="790299" cy="7902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66704-7956-44C1-8442-DF47D658C874}">
      <dsp:nvSpPr>
        <dsp:cNvPr id="0" name=""/>
        <dsp:cNvSpPr/>
      </dsp:nvSpPr>
      <dsp:spPr>
        <a:xfrm>
          <a:off x="1918575" y="2184272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Examples: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Libraries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Executables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Database modules</a:t>
          </a:r>
          <a:endParaRPr lang="en-US" sz="2000" kern="1200" dirty="0"/>
        </a:p>
      </dsp:txBody>
      <dsp:txXfrm>
        <a:off x="1918575" y="2184272"/>
        <a:ext cx="3211807" cy="1362585"/>
      </dsp:txXfrm>
    </dsp:sp>
    <dsp:sp modelId="{8DE09445-187F-457F-90C1-A6F8E34C50EB}">
      <dsp:nvSpPr>
        <dsp:cNvPr id="0" name=""/>
        <dsp:cNvSpPr/>
      </dsp:nvSpPr>
      <dsp:spPr>
        <a:xfrm>
          <a:off x="5690016" y="2184272"/>
          <a:ext cx="1362585" cy="13625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A032C-6AF3-434F-B134-BA656C6DA6D4}">
      <dsp:nvSpPr>
        <dsp:cNvPr id="0" name=""/>
        <dsp:cNvSpPr/>
      </dsp:nvSpPr>
      <dsp:spPr>
        <a:xfrm>
          <a:off x="5976159" y="2470415"/>
          <a:ext cx="790299" cy="7902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78F26C-3536-4CA6-A77A-03B4DBD0167A}">
      <dsp:nvSpPr>
        <dsp:cNvPr id="0" name=""/>
        <dsp:cNvSpPr/>
      </dsp:nvSpPr>
      <dsp:spPr>
        <a:xfrm>
          <a:off x="7344584" y="2184272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Used for large systems &amp; modular software design</a:t>
          </a:r>
          <a:endParaRPr lang="en-US" sz="2400" kern="1200"/>
        </a:p>
      </dsp:txBody>
      <dsp:txXfrm>
        <a:off x="7344584" y="2184272"/>
        <a:ext cx="3211807" cy="136258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7A92F3-7207-4DC5-B40E-151D17F2E251}">
      <dsp:nvSpPr>
        <dsp:cNvPr id="0" name=""/>
        <dsp:cNvSpPr/>
      </dsp:nvSpPr>
      <dsp:spPr>
        <a:xfrm>
          <a:off x="264008" y="186941"/>
          <a:ext cx="1362585" cy="13625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A61C5E-615A-45F5-991C-A6DCEAFDCD18}">
      <dsp:nvSpPr>
        <dsp:cNvPr id="0" name=""/>
        <dsp:cNvSpPr/>
      </dsp:nvSpPr>
      <dsp:spPr>
        <a:xfrm>
          <a:off x="550151" y="473084"/>
          <a:ext cx="790299" cy="7902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F06F2-6042-4283-A761-DCE068ED0ECC}">
      <dsp:nvSpPr>
        <dsp:cNvPr id="0" name=""/>
        <dsp:cNvSpPr/>
      </dsp:nvSpPr>
      <dsp:spPr>
        <a:xfrm>
          <a:off x="1918575" y="186941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Shows hardware &amp; software deployment</a:t>
          </a:r>
          <a:endParaRPr lang="en-US" sz="2400" kern="1200" dirty="0"/>
        </a:p>
      </dsp:txBody>
      <dsp:txXfrm>
        <a:off x="1918575" y="186941"/>
        <a:ext cx="3211807" cy="1362585"/>
      </dsp:txXfrm>
    </dsp:sp>
    <dsp:sp modelId="{53B410B5-1052-4F47-9477-22B27C4184A2}">
      <dsp:nvSpPr>
        <dsp:cNvPr id="0" name=""/>
        <dsp:cNvSpPr/>
      </dsp:nvSpPr>
      <dsp:spPr>
        <a:xfrm>
          <a:off x="5690016" y="186941"/>
          <a:ext cx="1362585" cy="13625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31F00-102D-4B51-8075-55B13E8AB757}">
      <dsp:nvSpPr>
        <dsp:cNvPr id="0" name=""/>
        <dsp:cNvSpPr/>
      </dsp:nvSpPr>
      <dsp:spPr>
        <a:xfrm>
          <a:off x="5976159" y="473084"/>
          <a:ext cx="790299" cy="7902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076CF-43DF-4D96-A67D-AB6BA4C8D7CB}">
      <dsp:nvSpPr>
        <dsp:cNvPr id="0" name=""/>
        <dsp:cNvSpPr/>
      </dsp:nvSpPr>
      <dsp:spPr>
        <a:xfrm>
          <a:off x="7344584" y="186941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Represents how software components are installed on hardware</a:t>
          </a:r>
          <a:endParaRPr lang="en-US" sz="2400" kern="1200"/>
        </a:p>
      </dsp:txBody>
      <dsp:txXfrm>
        <a:off x="7344584" y="186941"/>
        <a:ext cx="3211807" cy="1362585"/>
      </dsp:txXfrm>
    </dsp:sp>
    <dsp:sp modelId="{EC12516E-2B40-4774-B93F-EE1414444395}">
      <dsp:nvSpPr>
        <dsp:cNvPr id="0" name=""/>
        <dsp:cNvSpPr/>
      </dsp:nvSpPr>
      <dsp:spPr>
        <a:xfrm>
          <a:off x="264008" y="2184272"/>
          <a:ext cx="1362585" cy="13625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A1CAF1-067B-4B14-8D2B-F80F8DD01D88}">
      <dsp:nvSpPr>
        <dsp:cNvPr id="0" name=""/>
        <dsp:cNvSpPr/>
      </dsp:nvSpPr>
      <dsp:spPr>
        <a:xfrm>
          <a:off x="550151" y="2470415"/>
          <a:ext cx="790299" cy="7902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66704-7956-44C1-8442-DF47D658C874}">
      <dsp:nvSpPr>
        <dsp:cNvPr id="0" name=""/>
        <dsp:cNvSpPr/>
      </dsp:nvSpPr>
      <dsp:spPr>
        <a:xfrm>
          <a:off x="1918575" y="2184272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Elements include:</a:t>
          </a:r>
          <a:endParaRPr lang="en-US" sz="2000" kern="1200" dirty="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Nodes (servers, devices)</a:t>
          </a:r>
          <a:endParaRPr lang="en-US" sz="2000" kern="1200" dirty="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Artifacts (software files)</a:t>
          </a:r>
          <a:endParaRPr lang="en-US" sz="2000" kern="1200" dirty="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Communication links</a:t>
          </a:r>
          <a:endParaRPr lang="en-US" sz="2000" kern="1200" dirty="0"/>
        </a:p>
      </dsp:txBody>
      <dsp:txXfrm>
        <a:off x="1918575" y="2184272"/>
        <a:ext cx="3211807" cy="1362585"/>
      </dsp:txXfrm>
    </dsp:sp>
    <dsp:sp modelId="{8DE09445-187F-457F-90C1-A6F8E34C50EB}">
      <dsp:nvSpPr>
        <dsp:cNvPr id="0" name=""/>
        <dsp:cNvSpPr/>
      </dsp:nvSpPr>
      <dsp:spPr>
        <a:xfrm>
          <a:off x="5690016" y="2184272"/>
          <a:ext cx="1362585" cy="13625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A032C-6AF3-434F-B134-BA656C6DA6D4}">
      <dsp:nvSpPr>
        <dsp:cNvPr id="0" name=""/>
        <dsp:cNvSpPr/>
      </dsp:nvSpPr>
      <dsp:spPr>
        <a:xfrm>
          <a:off x="5976159" y="2470415"/>
          <a:ext cx="790299" cy="7902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78F26C-3536-4CA6-A77A-03B4DBD0167A}">
      <dsp:nvSpPr>
        <dsp:cNvPr id="0" name=""/>
        <dsp:cNvSpPr/>
      </dsp:nvSpPr>
      <dsp:spPr>
        <a:xfrm>
          <a:off x="7344584" y="2184272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Common in network based systems</a:t>
          </a:r>
          <a:endParaRPr lang="en-US" sz="2400" kern="1200"/>
        </a:p>
      </dsp:txBody>
      <dsp:txXfrm>
        <a:off x="7344584" y="2184272"/>
        <a:ext cx="3211807" cy="136258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7A92F3-7207-4DC5-B40E-151D17F2E251}">
      <dsp:nvSpPr>
        <dsp:cNvPr id="0" name=""/>
        <dsp:cNvSpPr/>
      </dsp:nvSpPr>
      <dsp:spPr>
        <a:xfrm>
          <a:off x="173481" y="641612"/>
          <a:ext cx="907914" cy="90791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A61C5E-615A-45F5-991C-A6DCEAFDCD18}">
      <dsp:nvSpPr>
        <dsp:cNvPr id="0" name=""/>
        <dsp:cNvSpPr/>
      </dsp:nvSpPr>
      <dsp:spPr>
        <a:xfrm>
          <a:off x="364143" y="832274"/>
          <a:ext cx="526590" cy="5265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F06F2-6042-4283-A761-DCE068ED0ECC}">
      <dsp:nvSpPr>
        <dsp:cNvPr id="0" name=""/>
        <dsp:cNvSpPr/>
      </dsp:nvSpPr>
      <dsp:spPr>
        <a:xfrm>
          <a:off x="1275948" y="641612"/>
          <a:ext cx="2140082" cy="907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Helps visualize system architecture clearly</a:t>
          </a:r>
          <a:endParaRPr lang="en-US" sz="2400" kern="1200" dirty="0"/>
        </a:p>
      </dsp:txBody>
      <dsp:txXfrm>
        <a:off x="1275948" y="641612"/>
        <a:ext cx="2140082" cy="907914"/>
      </dsp:txXfrm>
    </dsp:sp>
    <dsp:sp modelId="{53B410B5-1052-4F47-9477-22B27C4184A2}">
      <dsp:nvSpPr>
        <dsp:cNvPr id="0" name=""/>
        <dsp:cNvSpPr/>
      </dsp:nvSpPr>
      <dsp:spPr>
        <a:xfrm>
          <a:off x="3788925" y="641612"/>
          <a:ext cx="907914" cy="90791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31F00-102D-4B51-8075-55B13E8AB757}">
      <dsp:nvSpPr>
        <dsp:cNvPr id="0" name=""/>
        <dsp:cNvSpPr/>
      </dsp:nvSpPr>
      <dsp:spPr>
        <a:xfrm>
          <a:off x="3979586" y="832274"/>
          <a:ext cx="526590" cy="5265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076CF-43DF-4D96-A67D-AB6BA4C8D7CB}">
      <dsp:nvSpPr>
        <dsp:cNvPr id="0" name=""/>
        <dsp:cNvSpPr/>
      </dsp:nvSpPr>
      <dsp:spPr>
        <a:xfrm>
          <a:off x="4891392" y="641612"/>
          <a:ext cx="2140082" cy="907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Improves communication among developers</a:t>
          </a:r>
          <a:endParaRPr lang="en-US" sz="2400" kern="1200" dirty="0"/>
        </a:p>
      </dsp:txBody>
      <dsp:txXfrm>
        <a:off x="4891392" y="641612"/>
        <a:ext cx="2140082" cy="907914"/>
      </dsp:txXfrm>
    </dsp:sp>
    <dsp:sp modelId="{EC12516E-2B40-4774-B93F-EE1414444395}">
      <dsp:nvSpPr>
        <dsp:cNvPr id="0" name=""/>
        <dsp:cNvSpPr/>
      </dsp:nvSpPr>
      <dsp:spPr>
        <a:xfrm>
          <a:off x="7404368" y="641612"/>
          <a:ext cx="907914" cy="90791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A1CAF1-067B-4B14-8D2B-F80F8DD01D88}">
      <dsp:nvSpPr>
        <dsp:cNvPr id="0" name=""/>
        <dsp:cNvSpPr/>
      </dsp:nvSpPr>
      <dsp:spPr>
        <a:xfrm>
          <a:off x="7595030" y="832274"/>
          <a:ext cx="526590" cy="5265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66704-7956-44C1-8442-DF47D658C874}">
      <dsp:nvSpPr>
        <dsp:cNvPr id="0" name=""/>
        <dsp:cNvSpPr/>
      </dsp:nvSpPr>
      <dsp:spPr>
        <a:xfrm>
          <a:off x="8506835" y="641612"/>
          <a:ext cx="2140082" cy="907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Makes system documentation easier</a:t>
          </a:r>
          <a:endParaRPr lang="en-US" sz="2400" kern="1200" dirty="0"/>
        </a:p>
      </dsp:txBody>
      <dsp:txXfrm>
        <a:off x="8506835" y="641612"/>
        <a:ext cx="2140082" cy="907914"/>
      </dsp:txXfrm>
    </dsp:sp>
    <dsp:sp modelId="{8DE09445-187F-457F-90C1-A6F8E34C50EB}">
      <dsp:nvSpPr>
        <dsp:cNvPr id="0" name=""/>
        <dsp:cNvSpPr/>
      </dsp:nvSpPr>
      <dsp:spPr>
        <a:xfrm>
          <a:off x="173481" y="2184272"/>
          <a:ext cx="907914" cy="90791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A032C-6AF3-434F-B134-BA656C6DA6D4}">
      <dsp:nvSpPr>
        <dsp:cNvPr id="0" name=""/>
        <dsp:cNvSpPr/>
      </dsp:nvSpPr>
      <dsp:spPr>
        <a:xfrm>
          <a:off x="364143" y="2374934"/>
          <a:ext cx="526590" cy="5265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78F26C-3536-4CA6-A77A-03B4DBD0167A}">
      <dsp:nvSpPr>
        <dsp:cNvPr id="0" name=""/>
        <dsp:cNvSpPr/>
      </dsp:nvSpPr>
      <dsp:spPr>
        <a:xfrm>
          <a:off x="1275948" y="2184272"/>
          <a:ext cx="2140082" cy="907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Helps identify relationships &amp; dependencies</a:t>
          </a:r>
          <a:endParaRPr lang="en-US" sz="1900" kern="1200" dirty="0"/>
        </a:p>
      </dsp:txBody>
      <dsp:txXfrm>
        <a:off x="1275948" y="2184272"/>
        <a:ext cx="2140082" cy="907914"/>
      </dsp:txXfrm>
    </dsp:sp>
    <dsp:sp modelId="{D3F9C6CA-3E1D-4EC6-BC11-0DCD51E7E0AC}">
      <dsp:nvSpPr>
        <dsp:cNvPr id="0" name=""/>
        <dsp:cNvSpPr/>
      </dsp:nvSpPr>
      <dsp:spPr>
        <a:xfrm>
          <a:off x="3788925" y="2184272"/>
          <a:ext cx="907914" cy="90791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D11165-CA6F-49F0-8532-4E52FC969B71}">
      <dsp:nvSpPr>
        <dsp:cNvPr id="0" name=""/>
        <dsp:cNvSpPr/>
      </dsp:nvSpPr>
      <dsp:spPr>
        <a:xfrm>
          <a:off x="3979586" y="2374934"/>
          <a:ext cx="526590" cy="5265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BD3F35-EC80-401E-954B-5C9D11EDEC22}">
      <dsp:nvSpPr>
        <dsp:cNvPr id="0" name=""/>
        <dsp:cNvSpPr/>
      </dsp:nvSpPr>
      <dsp:spPr>
        <a:xfrm>
          <a:off x="4891392" y="2184272"/>
          <a:ext cx="2140082" cy="907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Useful for planning &amp; maintain software systems</a:t>
          </a:r>
        </a:p>
      </dsp:txBody>
      <dsp:txXfrm>
        <a:off x="4891392" y="2184272"/>
        <a:ext cx="2140082" cy="90791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7A92F3-7207-4DC5-B40E-151D17F2E251}">
      <dsp:nvSpPr>
        <dsp:cNvPr id="0" name=""/>
        <dsp:cNvSpPr/>
      </dsp:nvSpPr>
      <dsp:spPr>
        <a:xfrm>
          <a:off x="264008" y="186941"/>
          <a:ext cx="1362585" cy="13625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A61C5E-615A-45F5-991C-A6DCEAFDCD18}">
      <dsp:nvSpPr>
        <dsp:cNvPr id="0" name=""/>
        <dsp:cNvSpPr/>
      </dsp:nvSpPr>
      <dsp:spPr>
        <a:xfrm>
          <a:off x="550151" y="473084"/>
          <a:ext cx="790299" cy="7902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F06F2-6042-4283-A761-DCE068ED0ECC}">
      <dsp:nvSpPr>
        <dsp:cNvPr id="0" name=""/>
        <dsp:cNvSpPr/>
      </dsp:nvSpPr>
      <dsp:spPr>
        <a:xfrm>
          <a:off x="1918575" y="186941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Describes static structure of a system</a:t>
          </a:r>
          <a:endParaRPr lang="en-US" sz="2400" kern="1200" dirty="0"/>
        </a:p>
      </dsp:txBody>
      <dsp:txXfrm>
        <a:off x="1918575" y="186941"/>
        <a:ext cx="3211807" cy="1362585"/>
      </dsp:txXfrm>
    </dsp:sp>
    <dsp:sp modelId="{53B410B5-1052-4F47-9477-22B27C4184A2}">
      <dsp:nvSpPr>
        <dsp:cNvPr id="0" name=""/>
        <dsp:cNvSpPr/>
      </dsp:nvSpPr>
      <dsp:spPr>
        <a:xfrm>
          <a:off x="5690016" y="186941"/>
          <a:ext cx="1362585" cy="13625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31F00-102D-4B51-8075-55B13E8AB757}">
      <dsp:nvSpPr>
        <dsp:cNvPr id="0" name=""/>
        <dsp:cNvSpPr/>
      </dsp:nvSpPr>
      <dsp:spPr>
        <a:xfrm>
          <a:off x="5976159" y="473084"/>
          <a:ext cx="790299" cy="7902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076CF-43DF-4D96-A67D-AB6BA4C8D7CB}">
      <dsp:nvSpPr>
        <dsp:cNvPr id="0" name=""/>
        <dsp:cNvSpPr/>
      </dsp:nvSpPr>
      <dsp:spPr>
        <a:xfrm>
          <a:off x="7344584" y="186941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Important diagram include Class, Object, Component &amp; Deployment diagrams</a:t>
          </a:r>
          <a:endParaRPr lang="en-US" sz="2400" kern="1200" dirty="0"/>
        </a:p>
      </dsp:txBody>
      <dsp:txXfrm>
        <a:off x="7344584" y="186941"/>
        <a:ext cx="3211807" cy="1362585"/>
      </dsp:txXfrm>
    </dsp:sp>
    <dsp:sp modelId="{EC12516E-2B40-4774-B93F-EE1414444395}">
      <dsp:nvSpPr>
        <dsp:cNvPr id="0" name=""/>
        <dsp:cNvSpPr/>
      </dsp:nvSpPr>
      <dsp:spPr>
        <a:xfrm>
          <a:off x="264008" y="2184272"/>
          <a:ext cx="1362585" cy="13625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A1CAF1-067B-4B14-8D2B-F80F8DD01D88}">
      <dsp:nvSpPr>
        <dsp:cNvPr id="0" name=""/>
        <dsp:cNvSpPr/>
      </dsp:nvSpPr>
      <dsp:spPr>
        <a:xfrm>
          <a:off x="550151" y="2470415"/>
          <a:ext cx="790299" cy="7902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66704-7956-44C1-8442-DF47D658C874}">
      <dsp:nvSpPr>
        <dsp:cNvPr id="0" name=""/>
        <dsp:cNvSpPr/>
      </dsp:nvSpPr>
      <dsp:spPr>
        <a:xfrm>
          <a:off x="1918575" y="2184272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Help designers organized, scalable software systems</a:t>
          </a:r>
          <a:endParaRPr lang="en-US" sz="2400" kern="1200" dirty="0"/>
        </a:p>
      </dsp:txBody>
      <dsp:txXfrm>
        <a:off x="1918575" y="2184272"/>
        <a:ext cx="3211807" cy="1362585"/>
      </dsp:txXfrm>
    </dsp:sp>
    <dsp:sp modelId="{8DE09445-187F-457F-90C1-A6F8E34C50EB}">
      <dsp:nvSpPr>
        <dsp:cNvPr id="0" name=""/>
        <dsp:cNvSpPr/>
      </dsp:nvSpPr>
      <dsp:spPr>
        <a:xfrm>
          <a:off x="5690016" y="2184272"/>
          <a:ext cx="1362585" cy="13625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A032C-6AF3-434F-B134-BA656C6DA6D4}">
      <dsp:nvSpPr>
        <dsp:cNvPr id="0" name=""/>
        <dsp:cNvSpPr/>
      </dsp:nvSpPr>
      <dsp:spPr>
        <a:xfrm>
          <a:off x="5976159" y="2470415"/>
          <a:ext cx="790299" cy="7902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78F26C-3536-4CA6-A77A-03B4DBD0167A}">
      <dsp:nvSpPr>
        <dsp:cNvPr id="0" name=""/>
        <dsp:cNvSpPr/>
      </dsp:nvSpPr>
      <dsp:spPr>
        <a:xfrm>
          <a:off x="7344584" y="2184272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Key part of modern software engineering</a:t>
          </a:r>
          <a:endParaRPr lang="en-US" sz="2400" kern="1200" dirty="0"/>
        </a:p>
      </dsp:txBody>
      <dsp:txXfrm>
        <a:off x="7344584" y="2184272"/>
        <a:ext cx="3211807" cy="13625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97514-71D4-499E-BD30-9ED2E98FA8DF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FAC64-E7BB-4D92-B3F8-D20A9AA061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144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EE53-A30C-44B6-A7FE-BA7026BCC1A4}" type="datetimeFigureOut">
              <a:rPr lang="en-GB" smtClean="0"/>
              <a:t>15/03/2026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19A2-AF01-4EB2-86E7-7433167E8AC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6337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EE53-A30C-44B6-A7FE-BA7026BCC1A4}" type="datetimeFigureOut">
              <a:rPr lang="en-GB" smtClean="0"/>
              <a:t>15/03/2026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19A2-AF01-4EB2-86E7-7433167E8AC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699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EE53-A30C-44B6-A7FE-BA7026BCC1A4}" type="datetimeFigureOut">
              <a:rPr lang="en-GB" smtClean="0"/>
              <a:t>15/03/2026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19A2-AF01-4EB2-86E7-7433167E8AC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9898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EE53-A30C-44B6-A7FE-BA7026BCC1A4}" type="datetimeFigureOut">
              <a:rPr lang="en-GB" smtClean="0"/>
              <a:t>15/03/2026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19A2-AF01-4EB2-86E7-7433167E8AC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4144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EE53-A30C-44B6-A7FE-BA7026BCC1A4}" type="datetimeFigureOut">
              <a:rPr lang="en-GB" smtClean="0"/>
              <a:t>15/03/2026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19A2-AF01-4EB2-86E7-7433167E8AC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507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EE53-A30C-44B6-A7FE-BA7026BCC1A4}" type="datetimeFigureOut">
              <a:rPr lang="en-GB" smtClean="0"/>
              <a:t>15/03/2026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19A2-AF01-4EB2-86E7-7433167E8AC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4478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EE53-A30C-44B6-A7FE-BA7026BCC1A4}" type="datetimeFigureOut">
              <a:rPr lang="en-GB" smtClean="0"/>
              <a:t>15/03/2026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19A2-AF01-4EB2-86E7-7433167E8AC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6452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EE53-A30C-44B6-A7FE-BA7026BCC1A4}" type="datetimeFigureOut">
              <a:rPr lang="en-GB" smtClean="0"/>
              <a:t>15/03/2026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19A2-AF01-4EB2-86E7-7433167E8AC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6928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EE53-A30C-44B6-A7FE-BA7026BCC1A4}" type="datetimeFigureOut">
              <a:rPr lang="en-GB" smtClean="0"/>
              <a:t>15/03/2026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19A2-AF01-4EB2-86E7-7433167E8AC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1451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EE53-A30C-44B6-A7FE-BA7026BCC1A4}" type="datetimeFigureOut">
              <a:rPr lang="en-GB" smtClean="0"/>
              <a:t>15/03/2026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19A2-AF01-4EB2-86E7-7433167E8AC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6505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EE53-A30C-44B6-A7FE-BA7026BCC1A4}" type="datetimeFigureOut">
              <a:rPr lang="en-GB" smtClean="0"/>
              <a:t>15/03/2026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19A2-AF01-4EB2-86E7-7433167E8AC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7503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73EE53-A30C-44B6-A7FE-BA7026BCC1A4}" type="datetimeFigureOut">
              <a:rPr lang="en-GB" smtClean="0"/>
              <a:t>15/03/2026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1219A2-AF01-4EB2-86E7-7433167E8AC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2141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737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9CC471-FF1F-F78F-1C3B-518BE69EF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EDE5B9-D3A9-D079-7D58-67B1305A4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  <a14:imgEffect>
                      <a14:brightnessContrast bright="-5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177" t="-1446" r="4177" b="133"/>
          <a:stretch>
            <a:fillRect/>
          </a:stretch>
        </p:blipFill>
        <p:spPr>
          <a:xfrm>
            <a:off x="0" y="1052053"/>
            <a:ext cx="12192000" cy="4927522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EB1FBBCE-CE10-D70B-772A-8DC73F0189BE}"/>
              </a:ext>
            </a:extLst>
          </p:cNvPr>
          <p:cNvSpPr txBox="1">
            <a:spLocks/>
          </p:cNvSpPr>
          <p:nvPr/>
        </p:nvSpPr>
        <p:spPr>
          <a:xfrm>
            <a:off x="-695622" y="2407970"/>
            <a:ext cx="7772400" cy="14636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6000" dirty="0">
                <a:solidFill>
                  <a:srgbClr val="FFFFFF"/>
                </a:solidFill>
              </a:rPr>
              <a:t>Unified Modelling Language (Structure Diagram)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2FE53845-D203-3CF6-2BB8-6905EE5426B8}"/>
              </a:ext>
            </a:extLst>
          </p:cNvPr>
          <p:cNvSpPr txBox="1">
            <a:spLocks/>
          </p:cNvSpPr>
          <p:nvPr/>
        </p:nvSpPr>
        <p:spPr>
          <a:xfrm>
            <a:off x="7573187" y="3005040"/>
            <a:ext cx="3200400" cy="146367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</a:rPr>
              <a:t>Presenter: Ayush Tuladhar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</a:rPr>
              <a:t>Subject: System Analysis &amp; Design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</a:rPr>
              <a:t>BSc. CSIT V</a:t>
            </a:r>
            <a:endParaRPr lang="en-GB" sz="2400" dirty="0">
              <a:solidFill>
                <a:srgbClr val="FFFFFF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072C65F-8CF2-8890-E146-48C46EB049E4}"/>
              </a:ext>
            </a:extLst>
          </p:cNvPr>
          <p:cNvCxnSpPr/>
          <p:nvPr/>
        </p:nvCxnSpPr>
        <p:spPr>
          <a:xfrm>
            <a:off x="7324982" y="2223505"/>
            <a:ext cx="0" cy="2862072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283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761F34-F98A-CE69-ED81-7B6006154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9ED8059F-F54B-7966-4B84-E8B131FDC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F84276D-4188-B492-5A99-1F0D71954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E6FA40D-26CA-58B9-AA82-6FAB89738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F95A935-AE10-CA10-588B-BA1449F46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F0896669-D22E-BBF8-CC87-99E547C34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3287EA35-CA33-4F4E-35E7-7B2FC595D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8B22BD-E125-D0FE-9BE8-5332D9ECB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GB" sz="4000"/>
              <a:t>Introduction to UML</a:t>
            </a:r>
            <a:endParaRPr lang="en-GB" sz="40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50520C-BDD9-C013-476B-32B17F47FB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9878960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2238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Rectangle 2072">
            <a:extLst>
              <a:ext uri="{FF2B5EF4-FFF2-40B4-BE49-F238E27FC236}">
                <a16:creationId xmlns:a16="http://schemas.microsoft.com/office/drawing/2014/main" id="{94087E04-C99E-4195-8EBA-1BD4C451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074" name="Group 2073">
            <a:extLst>
              <a:ext uri="{FF2B5EF4-FFF2-40B4-BE49-F238E27FC236}">
                <a16:creationId xmlns:a16="http://schemas.microsoft.com/office/drawing/2014/main" id="{336EACDA-272E-4472-852A-83CAB4091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075" name="Rectangle 2074">
              <a:extLst>
                <a:ext uri="{FF2B5EF4-FFF2-40B4-BE49-F238E27FC236}">
                  <a16:creationId xmlns:a16="http://schemas.microsoft.com/office/drawing/2014/main" id="{2B8E7674-EC8C-49CF-884A-222BCA8655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9" name="Rectangle 2058">
              <a:extLst>
                <a:ext uri="{FF2B5EF4-FFF2-40B4-BE49-F238E27FC236}">
                  <a16:creationId xmlns:a16="http://schemas.microsoft.com/office/drawing/2014/main" id="{19B3B005-189B-4C78-B153-4B558C1B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061" name="Freeform: Shape 2060">
            <a:extLst>
              <a:ext uri="{FF2B5EF4-FFF2-40B4-BE49-F238E27FC236}">
                <a16:creationId xmlns:a16="http://schemas.microsoft.com/office/drawing/2014/main" id="{FD73501D-A515-4725-8404-1315A591A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050" name="Picture 2" descr="UML-Diagrams">
            <a:extLst>
              <a:ext uri="{FF2B5EF4-FFF2-40B4-BE49-F238E27FC236}">
                <a16:creationId xmlns:a16="http://schemas.microsoft.com/office/drawing/2014/main" id="{1D7C0DEA-A1A5-74A3-5032-61CB12009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28"/>
          <a:stretch>
            <a:fillRect/>
          </a:stretch>
        </p:blipFill>
        <p:spPr bwMode="auto">
          <a:xfrm>
            <a:off x="457200" y="457200"/>
            <a:ext cx="11277599" cy="594359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8914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0D9F33-8D6C-D968-3E86-05EE826A3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D58C9365-2B2A-584E-1703-6F1C39A55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3A4A1D7-0FFD-5E08-12B0-8627BF3A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CD2C0E9-BE91-20E0-DE63-12549B41FC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E56D4B3-F77E-9EAD-DAE4-FDE429C7BB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6A442E78-011A-C8C0-F9C6-7CA89E2BF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95381B87-CA00-A7EB-D680-12589C4B2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F3C55-6799-BD92-DF67-FB12A85B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GB" sz="4000" dirty="0"/>
              <a:t>Structural Diagrams in UML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B5DAD6-13C1-5A94-F8C3-7C153B6FA9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5253928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4774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F65552-D30E-0A1B-3B6B-D6BF78065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29F3809B-C0D3-B69E-EFB5-58AD849AC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FBB991C-AB0E-37BF-9694-35FA4EA0F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F2CFF3D-577B-E6EC-9787-D8FD54F50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540AB6E-C336-0063-8C2A-BC3B6666F1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4C068E60-599B-5A08-DE2E-D393E8DC2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B628BEAE-BEAC-BFFF-109E-DD16F56F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191EE5-A1EA-707F-42EC-A4816E800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GB" sz="4000"/>
              <a:t>Types of UML Structural Diagrams</a:t>
            </a:r>
            <a:endParaRPr lang="en-GB" sz="4000" dirty="0"/>
          </a:p>
        </p:txBody>
      </p:sp>
      <p:graphicFrame>
        <p:nvGraphicFramePr>
          <p:cNvPr id="64" name="Content Placeholder 5">
            <a:extLst>
              <a:ext uri="{FF2B5EF4-FFF2-40B4-BE49-F238E27FC236}">
                <a16:creationId xmlns:a16="http://schemas.microsoft.com/office/drawing/2014/main" id="{2CAA5DFB-4844-6B4B-6158-E6F02520A28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4207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1F97FD-5CC5-8B67-E236-0D97CA2D7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GB" sz="4000" dirty="0"/>
              <a:t>Class Diagram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0125DA-5AC8-16E3-A4C9-38BDDCF154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351532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7098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DB7733-EE35-0EB0-B45F-4DB5B0D2A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4087E04-C99E-4195-8EBA-1BD4C451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36EACDA-272E-4472-852A-83CAB4091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B8E7674-EC8C-49CF-884A-222BCA8655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9B3B005-189B-4C78-B153-4B558C1B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D73501D-A515-4725-8404-1315A591A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62F1B8-39FF-FEC7-DD9A-1842464B2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28"/>
          <a:stretch>
            <a:fillRect/>
          </a:stretch>
        </p:blipFill>
        <p:spPr>
          <a:xfrm>
            <a:off x="457200" y="457200"/>
            <a:ext cx="11277599" cy="5943599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4178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121ADB-101E-8CE1-8649-2484009CD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6CCA85D5-1478-7E03-4A22-7D4B94FF8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A78CD49-48DE-0F8A-AADC-A76CAE243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1473C43-174D-9D48-C22A-28AACDD75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7236371-1350-C5AA-E8FF-F53789E65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269AFEA7-40A1-5F0E-307F-84E5C8F8E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CC453E9C-EED2-CCB8-1616-5465B8CC8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9CA40-458A-22F8-44E9-391E9E72B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GB" sz="4000"/>
              <a:t>Object Diagram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71529B-B98F-7FAC-83A5-9C92230F84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2065122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5408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4087E04-C99E-4195-8EBA-1BD4C451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6EACDA-272E-4472-852A-83CAB4091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B8E7674-EC8C-49CF-884A-222BCA8655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9B3B005-189B-4C78-B153-4B558C1B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D73501D-A515-4725-8404-1315A591A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66561E-CDAD-03F5-3133-906AD2227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28"/>
          <a:stretch>
            <a:fillRect/>
          </a:stretch>
        </p:blipFill>
        <p:spPr>
          <a:xfrm>
            <a:off x="457200" y="457200"/>
            <a:ext cx="11277599" cy="5943599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2498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7D059-C78D-C0A3-1694-EE9CFA5B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37853E83-E621-6F5C-322C-3FD4A8710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C016421-CC15-E9CB-3EBE-2929EDFA6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F5D20B1-2A59-37F2-772D-54190740D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6715EEE-7CD8-ADA2-D0A1-0231B4CA2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BD676E08-8B0A-4D6D-2246-38CE9351D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19C737FE-C2FE-1738-BA26-2AF826521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3ACBE3-BBAB-29CD-9C36-B7FE94F6D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GB" sz="4000"/>
              <a:t>Component Diagram</a:t>
            </a:r>
            <a:endParaRPr lang="en-GB" sz="40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D6B7B0-5211-01BE-6434-71F6745A47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5895599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8377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4087E04-C99E-4195-8EBA-1BD4C451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6EACDA-272E-4472-852A-83CAB4091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B8E7674-EC8C-49CF-884A-222BCA8655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9B3B005-189B-4C78-B153-4B558C1B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D73501D-A515-4725-8404-1315A591A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098" name="Picture 2" descr="Component">
            <a:extLst>
              <a:ext uri="{FF2B5EF4-FFF2-40B4-BE49-F238E27FC236}">
                <a16:creationId xmlns:a16="http://schemas.microsoft.com/office/drawing/2014/main" id="{2C305F85-5382-0456-79E4-E508D0C4F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98" y="206677"/>
            <a:ext cx="11278800" cy="6444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4421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D7859-F4B1-4F31-40E0-2CDF5CA46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3BDADAFC-4173-489A-14E2-BD04FFE96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89BD609-9BCB-B742-399A-3349E8DF7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148B7B0-E4D4-FD8A-BB1F-04805AFAEE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4368800-4CD8-10A3-7794-2C619FE33B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2F4905BE-0632-0BA8-E62C-11DA49D49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BE37A6BB-C017-17B2-1DA2-01A99EC57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6BB4FF-3CF6-1D9A-7125-124F1275B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GB" sz="4000" dirty="0"/>
              <a:t>Deployment Diagram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D601B1-E792-310A-B2C2-4E4DD8D0BF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1392822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8658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4087E04-C99E-4195-8EBA-1BD4C451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6EACDA-272E-4472-852A-83CAB4091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B8E7674-EC8C-49CF-884A-222BCA8655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9B3B005-189B-4C78-B153-4B558C1B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D73501D-A515-4725-8404-1315A591A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E18A25-1975-A946-5E61-4438B8477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8"/>
          <a:stretch>
            <a:fillRect/>
          </a:stretch>
        </p:blipFill>
        <p:spPr>
          <a:xfrm>
            <a:off x="457200" y="457200"/>
            <a:ext cx="11277599" cy="5943599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3957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B20A4A-DC68-BE71-2569-1E046FB3A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6B547473-7A8C-8665-A50C-EE9A73DC0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B3EA005-3FDF-3BEA-22E0-E366D5CD6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73B7CB4-043B-F478-4C93-FA1700B44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D847E28-3A0B-07D8-0534-936E31DDD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E2AD112-F679-B7EA-7E04-1C6D7D429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504B3ED5-C8F5-DEFB-B770-C446834AF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85D6F3-062B-12F4-CA58-552F8E435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GB" sz="4000" dirty="0"/>
              <a:t>Advantages of Structural Diagrams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E3D2BC-E69C-5938-8BAD-206B656849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2086571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8151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6427BE-F483-0A4F-19C3-33FAA9BBA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EFC19018-72AF-CF59-46C8-F05BB7341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BF2F387-879A-1128-84CD-C7BECE534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CFB0C06-DACF-B592-F896-C20C83A36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8E4DDB6-4AE4-7CCF-6D6B-7F0B609796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2E34FF5C-4376-64A4-98EC-695E13FF2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0F428AC6-8719-C303-7F4E-8CD7587BE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68E751-3230-BFD2-B16F-8FCF8ED3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GB" sz="4000" dirty="0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3A51BF-819E-635C-FC35-3D3080CD23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3834371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6228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364535-FB8B-69A6-9D40-296EE9395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3520" y="2744662"/>
            <a:ext cx="658970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624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conic">
      <a:dk1>
        <a:srgbClr val="E43D12"/>
      </a:dk1>
      <a:lt1>
        <a:srgbClr val="EBE9E1"/>
      </a:lt1>
      <a:dk2>
        <a:srgbClr val="16FFBD"/>
      </a:dk2>
      <a:lt2>
        <a:srgbClr val="DCD8DC"/>
      </a:lt2>
      <a:accent1>
        <a:srgbClr val="E43D12"/>
      </a:accent1>
      <a:accent2>
        <a:srgbClr val="D6536D"/>
      </a:accent2>
      <a:accent3>
        <a:srgbClr val="FFA2B6"/>
      </a:accent3>
      <a:accent4>
        <a:srgbClr val="EFB11D"/>
      </a:accent4>
      <a:accent5>
        <a:srgbClr val="2A1B3D"/>
      </a:accent5>
      <a:accent6>
        <a:srgbClr val="A1C3D1"/>
      </a:accent6>
      <a:hlink>
        <a:srgbClr val="69A020"/>
      </a:hlink>
      <a:folHlink>
        <a:srgbClr val="8C8C8C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</TotalTime>
  <Words>285</Words>
  <Application>Microsoft Office PowerPoint</Application>
  <PresentationFormat>Widescreen</PresentationFormat>
  <Paragraphs>64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PowerPoint Presentation</vt:lpstr>
      <vt:lpstr>Introduction to UML</vt:lpstr>
      <vt:lpstr>PowerPoint Presentation</vt:lpstr>
      <vt:lpstr>Structural Diagrams in UML</vt:lpstr>
      <vt:lpstr>Types of UML Structural Diagrams</vt:lpstr>
      <vt:lpstr>Class Diagram</vt:lpstr>
      <vt:lpstr>PowerPoint Presentation</vt:lpstr>
      <vt:lpstr>Object Diagram</vt:lpstr>
      <vt:lpstr>PowerPoint Presentation</vt:lpstr>
      <vt:lpstr>Component Diagram</vt:lpstr>
      <vt:lpstr>PowerPoint Presentation</vt:lpstr>
      <vt:lpstr>Deployment Diagram</vt:lpstr>
      <vt:lpstr>PowerPoint Presentation</vt:lpstr>
      <vt:lpstr>Advantages of Structural Diagrams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Tuladhar</dc:creator>
  <cp:lastModifiedBy>Ayush Tuladhar</cp:lastModifiedBy>
  <cp:revision>3</cp:revision>
  <dcterms:created xsi:type="dcterms:W3CDTF">2026-03-15T17:09:35Z</dcterms:created>
  <dcterms:modified xsi:type="dcterms:W3CDTF">2026-03-15T19:08:56Z</dcterms:modified>
</cp:coreProperties>
</file>