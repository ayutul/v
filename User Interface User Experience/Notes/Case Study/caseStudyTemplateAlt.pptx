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2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viewProps" Target="view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89FA8-595B-4E24-8A9F-54AA68728C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B3AB10-9BB1-4045-98D0-6E56A5796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ABEA4-AAF8-4CBD-8A89-DD1948838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2462-E1CE-4B5B-84EA-C50623CFC537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EAE64-ABE2-4E2F-9BE1-320475637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81A31-5CE7-4799-9634-82799A306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D4F5-41BA-4970-9423-3CDAD17FB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288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0517E-1DD9-4FCA-B26D-70CCE5CE6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38514-0B06-4F9A-BFA3-1A9EEED6D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D431B-B92E-4C02-A807-3AF8E5960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2462-E1CE-4B5B-84EA-C50623CFC537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3CC26-7910-4560-AFE5-0E45868A2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5FD00-71A4-40D0-9575-A60E12B1D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D4F5-41BA-4970-9423-3CDAD17FB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532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8A1B1-4CCF-4875-A35F-046B47B64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E21831-96D0-4A2D-81CF-09BA5F4FF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9E85F7-B6A9-40CC-AB89-D8B0FAECC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2462-E1CE-4B5B-84EA-C50623CFC537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290AF-CDD9-46D9-B599-5F9367BD3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6E086-FC8A-43F3-B0B1-53ACDAA32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D4F5-41BA-4970-9423-3CDAD17FB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211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666CA-5793-4886-9B52-D71E02A1A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E7A94-D1A7-4EDD-A162-906B073800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9654CC-766B-486A-A702-8128DC0149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506BBD-DEB4-4CC2-B5FD-8DC427BE8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2462-E1CE-4B5B-84EA-C50623CFC537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3F827C-3913-407F-A2D6-1F31EF069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03DA4E-A463-4A35-AB16-B106A5630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D4F5-41BA-4970-9423-3CDAD17FB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18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742B3-B441-4154-AEA4-7E2527FF8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F80764-6134-4AD7-8925-F813754B4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AB96B6-9F3D-495A-B34F-9C0150BFAD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45A383-1656-4F7D-9604-6903AC4A52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2AF1C0-238A-48FC-8511-0E7FAC19EF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4868BC-8328-4690-98F1-052745134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2462-E1CE-4B5B-84EA-C50623CFC537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5BD2B-F40A-47B2-AD90-ECFAB92DA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B29141-9F7B-453C-94AC-5D661F88D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D4F5-41BA-4970-9423-3CDAD17FB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723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9CF80-7186-42E3-A868-80DB8B8F3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7AAD7A-FB5E-477C-A34A-229366140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2462-E1CE-4B5B-84EA-C50623CFC537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D53282-A6E4-45CD-92CB-AB13E095F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8853E6-CB8C-413B-BC09-51E5AF685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D4F5-41BA-4970-9423-3CDAD17FB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59F9F-CB04-4069-A440-5664770A1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2462-E1CE-4B5B-84EA-C50623CFC537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7714CE-3EBA-4612-A872-03287962A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B7F2F-C563-4676-9885-A426B1DDD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D4F5-41BA-4970-9423-3CDAD17FB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314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B822E-B812-43AA-BC32-FDFE4758C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7293C-3CA5-438E-B817-4CE1A2CBF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FEAC25-A95E-4E0E-A620-C855A0BDEC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558D57-637E-4C69-9AE9-679EBCD8D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2462-E1CE-4B5B-84EA-C50623CFC537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B06CEB-A07E-41CB-877E-CA85CF074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BE450F-673B-454E-85AE-083C65D98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D4F5-41BA-4970-9423-3CDAD17FB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491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60C54-E5E7-473F-91B3-05840085B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FF0A93-663D-44E5-B178-E6B4160E66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A79B2-CC44-4A37-B605-3554BA6D2A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D7225E-02C5-4E00-B2DC-A47144352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2462-E1CE-4B5B-84EA-C50623CFC537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0786B9-CFA6-4643-9632-014D205B5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C5217C-527B-4FAF-B047-D9F087137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D4F5-41BA-4970-9423-3CDAD17FB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38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EBBF9-B54E-499E-9726-4F8924A68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BAD5E9-2BF2-4998-A607-2AD86DAF8A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0ED57-BCDE-4A0A-B0A1-D5D246EC8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2462-E1CE-4B5B-84EA-C50623CFC537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25DB5-0CCA-42CD-AA35-C94F4B293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18B64-4EAD-484E-BD42-426161219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D4F5-41BA-4970-9423-3CDAD17FB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095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0347C7-ECE8-4A07-8581-5160FD0B27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CE12E1-7AC1-4C6C-9AA6-5B822F1E57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447DE-E2EF-4C9F-BAE3-C72E1EB85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2462-E1CE-4B5B-84EA-C50623CFC537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C43FF-E551-43F3-A2DB-4CFB5DAED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279A0-FEE2-4ADB-B294-BA420C3A6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D4F5-41BA-4970-9423-3CDAD17FB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630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5C7DB5-070C-464E-ACD4-446B0ABEC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6E44A-7F16-416B-A9DC-4922CE580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52886-AB5E-407E-9F4B-24BC42388E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832462-E1CE-4B5B-84EA-C50623CFC537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CDA6F-9A6F-4B6B-A788-579D17F3E9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E1495-A509-464E-BEA4-96881C066A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0D4F5-41BA-4970-9423-3CDAD17FB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73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7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1F9143-41F7-4969-91B4-95437DDF4C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325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1B9706-48A8-4806-B3B0-A41B0A4A88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793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2B603A-8DD6-471D-B30E-34D07CA00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671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7113B7-3558-4134-85AC-95265333A4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773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D4DE36-4E22-4FE3-89A9-5E5BAD64AF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248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CBA837-835D-4880-855B-A13ECE381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217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8CD64E-95A8-4498-86D0-45A77993F8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225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50358D-6C17-4C51-B134-2664531C6E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419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F0446AD-EF15-4CD3-9CAC-584C52A744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823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D2C853-2B1D-4DE6-AB37-6F178D7AF7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901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E72D6E-1407-48B8-9179-3F68AE4D75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124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8DEA09-690C-477D-A8D0-BD7E14E579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438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5107DE-90D2-4056-B583-68008C8E77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951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D6EC9A-D14C-44EE-9852-EB935A89A5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03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14029F-1582-4B29-B564-7FD70D47F6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304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118D62-0334-46FA-9046-90CDC796D7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6799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B302E-9632-4D03-8448-48EADBB0A4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A5B142-6D06-41A3-BD00-7360C230CB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8745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D993C7-96BD-4AB9-B915-A0BF729460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49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Shaishab Joshi</dc:creator>
  <cp:lastModifiedBy>Ayush Tuladhar</cp:lastModifiedBy>
  <cp:revision>3</cp:revision>
  <dcterms:created xsi:type="dcterms:W3CDTF">2025-09-07T00:13:43Z</dcterms:created>
  <dcterms:modified xsi:type="dcterms:W3CDTF">2026-04-04T08:12:35Z</dcterms:modified>
</cp:coreProperties>
</file>